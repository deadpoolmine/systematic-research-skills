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8" r:id="rId2"/>
    <p:sldId id="259" r:id="rId3"/>
    <p:sldId id="260" r:id="rId4"/>
    <p:sldId id="262" r:id="rId5"/>
    <p:sldId id="265" r:id="rId6"/>
    <p:sldId id="264" r:id="rId7"/>
    <p:sldId id="257" r:id="rId8"/>
    <p:sldId id="263" r:id="rId9"/>
    <p:sldId id="266" r:id="rId10"/>
    <p:sldId id="256" r:id="rId11"/>
  </p:sldIdLst>
  <p:sldSz cx="6408738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CH" id="{2D3E4507-0C79-4DD9-98A4-D6777E744F59}">
          <p14:sldIdLst>
            <p14:sldId id="258"/>
            <p14:sldId id="259"/>
            <p14:sldId id="260"/>
            <p14:sldId id="262"/>
            <p14:sldId id="265"/>
            <p14:sldId id="264"/>
          </p14:sldIdLst>
        </p14:section>
        <p14:section name="Implementation" id="{759BD3E0-C2B6-4A4D-B678-8FCF24E1470F}">
          <p14:sldIdLst>
            <p14:sldId id="257"/>
            <p14:sldId id="263"/>
            <p14:sldId id="266"/>
          </p14:sldIdLst>
        </p14:section>
        <p14:section name="Garbage" id="{A73C80BD-1E75-4715-9929-64DB780E099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5244" autoAdjust="0"/>
  </p:normalViewPr>
  <p:slideViewPr>
    <p:cSldViewPr snapToGrid="0">
      <p:cViewPr>
        <p:scale>
          <a:sx n="150" d="100"/>
          <a:sy n="150" d="100"/>
        </p:scale>
        <p:origin x="461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751EA-851C-4770-AD9E-10EA6162ECCD}" type="datetimeFigureOut">
              <a:rPr lang="zh-CN" altLang="en-US" smtClean="0"/>
              <a:t>2024/9/15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4763" y="1143000"/>
            <a:ext cx="68675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C29D1-1FD9-4058-8C18-9CC7A727F2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614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29D1-1FD9-4058-8C18-9CC7A727F22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706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29D1-1FD9-4058-8C18-9CC7A727F22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981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29D1-1FD9-4058-8C18-9CC7A727F22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575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29D1-1FD9-4058-8C18-9CC7A727F22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422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29D1-1FD9-4058-8C18-9CC7A727F22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601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CC29D1-1FD9-4058-8C18-9CC7A727F22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999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092" y="471289"/>
            <a:ext cx="4806554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1092" y="1512522"/>
            <a:ext cx="4806554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01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859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263" y="717932"/>
            <a:ext cx="5527537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7263" y="1927150"/>
            <a:ext cx="5527537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22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601" y="766593"/>
            <a:ext cx="2723714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4423" y="766593"/>
            <a:ext cx="2723714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00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435" y="153319"/>
            <a:ext cx="5527537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436" y="705933"/>
            <a:ext cx="271119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436" y="1051899"/>
            <a:ext cx="2711196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4424" y="705933"/>
            <a:ext cx="2724548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4424" y="1051899"/>
            <a:ext cx="272454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480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866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009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436" y="191982"/>
            <a:ext cx="2066985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4548" y="414627"/>
            <a:ext cx="3244424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1436" y="863918"/>
            <a:ext cx="2066985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808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436" y="191982"/>
            <a:ext cx="2066985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4548" y="414627"/>
            <a:ext cx="3244424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1436" y="863918"/>
            <a:ext cx="2066985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53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736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6253" y="153319"/>
            <a:ext cx="1381884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601" y="153319"/>
            <a:ext cx="4065543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1DE5-151A-478D-9D95-790DAAE9B652}" type="datetimeFigureOut">
              <a:rPr lang="zh-CN" altLang="en-US" smtClean="0"/>
              <a:t>2024/9/15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11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601" y="153319"/>
            <a:ext cx="5527537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601" y="766593"/>
            <a:ext cx="5527537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601" y="2669079"/>
            <a:ext cx="1441966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61DE5-151A-478D-9D95-790DAAE9B652}" type="datetimeFigureOut">
              <a:rPr lang="zh-CN" altLang="en-US" smtClean="0"/>
              <a:t>2024/9/15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2895" y="2669079"/>
            <a:ext cx="216294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6171" y="2669079"/>
            <a:ext cx="1441966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4BBFA-25B7-4F71-8547-902F019209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68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97FC75C9-27D4-67D1-07A5-55A216E809C5}"/>
              </a:ext>
            </a:extLst>
          </p:cNvPr>
          <p:cNvGrpSpPr/>
          <p:nvPr/>
        </p:nvGrpSpPr>
        <p:grpSpPr>
          <a:xfrm>
            <a:off x="97946" y="259575"/>
            <a:ext cx="1655040" cy="942661"/>
            <a:chOff x="97946" y="259575"/>
            <a:chExt cx="1655040" cy="942661"/>
          </a:xfrm>
        </p:grpSpPr>
        <p:grpSp>
          <p:nvGrpSpPr>
            <p:cNvPr id="476" name="组合 475">
              <a:extLst>
                <a:ext uri="{FF2B5EF4-FFF2-40B4-BE49-F238E27FC236}">
                  <a16:creationId xmlns:a16="http://schemas.microsoft.com/office/drawing/2014/main" id="{2485268E-EC37-1848-25D1-15E7B26971A0}"/>
                </a:ext>
              </a:extLst>
            </p:cNvPr>
            <p:cNvGrpSpPr/>
            <p:nvPr/>
          </p:nvGrpSpPr>
          <p:grpSpPr>
            <a:xfrm>
              <a:off x="97946" y="259575"/>
              <a:ext cx="1655040" cy="942661"/>
              <a:chOff x="0" y="199282"/>
              <a:chExt cx="1655040" cy="942661"/>
            </a:xfrm>
          </p:grpSpPr>
          <p:grpSp>
            <p:nvGrpSpPr>
              <p:cNvPr id="467" name="组合 466">
                <a:extLst>
                  <a:ext uri="{FF2B5EF4-FFF2-40B4-BE49-F238E27FC236}">
                    <a16:creationId xmlns:a16="http://schemas.microsoft.com/office/drawing/2014/main" id="{56168E90-BCAC-4298-EFFF-A5AF8DCAD197}"/>
                  </a:ext>
                </a:extLst>
              </p:cNvPr>
              <p:cNvGrpSpPr/>
              <p:nvPr/>
            </p:nvGrpSpPr>
            <p:grpSpPr>
              <a:xfrm>
                <a:off x="42456" y="283473"/>
                <a:ext cx="1539853" cy="676700"/>
                <a:chOff x="134737" y="199283"/>
                <a:chExt cx="1539853" cy="676700"/>
              </a:xfrm>
            </p:grpSpPr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6E357AFE-AABE-B76F-AE3A-577EBB48DA90}"/>
                    </a:ext>
                  </a:extLst>
                </p:cNvPr>
                <p:cNvSpPr/>
                <p:nvPr/>
              </p:nvSpPr>
              <p:spPr>
                <a:xfrm>
                  <a:off x="366521" y="199283"/>
                  <a:ext cx="249140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file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6A5DDC41-2CF1-6675-32B7-558802E84F11}"/>
                    </a:ext>
                  </a:extLst>
                </p:cNvPr>
                <p:cNvSpPr/>
                <p:nvPr/>
              </p:nvSpPr>
              <p:spPr>
                <a:xfrm>
                  <a:off x="366521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矩形 57">
                  <a:extLst>
                    <a:ext uri="{FF2B5EF4-FFF2-40B4-BE49-F238E27FC236}">
                      <a16:creationId xmlns:a16="http://schemas.microsoft.com/office/drawing/2014/main" id="{D32AEC88-E299-FE1B-378E-2C3A8AE0C4C8}"/>
                    </a:ext>
                  </a:extLst>
                </p:cNvPr>
                <p:cNvSpPr/>
                <p:nvPr/>
              </p:nvSpPr>
              <p:spPr>
                <a:xfrm>
                  <a:off x="416349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矩形 58">
                  <a:extLst>
                    <a:ext uri="{FF2B5EF4-FFF2-40B4-BE49-F238E27FC236}">
                      <a16:creationId xmlns:a16="http://schemas.microsoft.com/office/drawing/2014/main" id="{2BF0C974-79C4-77D5-7E0D-86662A36D8E9}"/>
                    </a:ext>
                  </a:extLst>
                </p:cNvPr>
                <p:cNvSpPr/>
                <p:nvPr/>
              </p:nvSpPr>
              <p:spPr>
                <a:xfrm>
                  <a:off x="466177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323A5A04-10B5-909F-814B-C8AA5EEFAD9A}"/>
                    </a:ext>
                  </a:extLst>
                </p:cNvPr>
                <p:cNvSpPr/>
                <p:nvPr/>
              </p:nvSpPr>
              <p:spPr>
                <a:xfrm>
                  <a:off x="516005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46229D21-AB4F-FD33-9707-397532063A3C}"/>
                    </a:ext>
                  </a:extLst>
                </p:cNvPr>
                <p:cNvSpPr/>
                <p:nvPr/>
              </p:nvSpPr>
              <p:spPr>
                <a:xfrm>
                  <a:off x="565833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94415832-43D0-AD88-8EF1-D84D2B9EDE64}"/>
                    </a:ext>
                  </a:extLst>
                </p:cNvPr>
                <p:cNvSpPr/>
                <p:nvPr/>
              </p:nvSpPr>
              <p:spPr>
                <a:xfrm>
                  <a:off x="134737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Data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矩形 69">
                  <a:extLst>
                    <a:ext uri="{FF2B5EF4-FFF2-40B4-BE49-F238E27FC236}">
                      <a16:creationId xmlns:a16="http://schemas.microsoft.com/office/drawing/2014/main" id="{4D4047AA-DEF1-5FCC-DFC1-E35A3C465B73}"/>
                    </a:ext>
                  </a:extLst>
                </p:cNvPr>
                <p:cNvSpPr/>
                <p:nvPr/>
              </p:nvSpPr>
              <p:spPr>
                <a:xfrm>
                  <a:off x="368474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Data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矩形 70">
                  <a:extLst>
                    <a:ext uri="{FF2B5EF4-FFF2-40B4-BE49-F238E27FC236}">
                      <a16:creationId xmlns:a16="http://schemas.microsoft.com/office/drawing/2014/main" id="{C74AD347-C241-A586-35D9-D352FE1D1AEC}"/>
                    </a:ext>
                  </a:extLst>
                </p:cNvPr>
                <p:cNvSpPr/>
                <p:nvPr/>
              </p:nvSpPr>
              <p:spPr>
                <a:xfrm>
                  <a:off x="665489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Data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72" name="直接箭头连接符 71">
                  <a:extLst>
                    <a:ext uri="{FF2B5EF4-FFF2-40B4-BE49-F238E27FC236}">
                      <a16:creationId xmlns:a16="http://schemas.microsoft.com/office/drawing/2014/main" id="{3232FDD4-D941-A2AB-6952-C9F2946B1932}"/>
                    </a:ext>
                  </a:extLst>
                </p:cNvPr>
                <p:cNvCxnSpPr>
                  <a:cxnSpLocks/>
                  <a:stCxn id="57" idx="2"/>
                  <a:endCxn id="69" idx="0"/>
                </p:cNvCxnSpPr>
                <p:nvPr/>
              </p:nvCxnSpPr>
              <p:spPr>
                <a:xfrm flipH="1">
                  <a:off x="227808" y="610023"/>
                  <a:ext cx="163627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箭头连接符 74">
                  <a:extLst>
                    <a:ext uri="{FF2B5EF4-FFF2-40B4-BE49-F238E27FC236}">
                      <a16:creationId xmlns:a16="http://schemas.microsoft.com/office/drawing/2014/main" id="{8BC0B27D-3D70-1594-12CB-918E8C66A199}"/>
                    </a:ext>
                  </a:extLst>
                </p:cNvPr>
                <p:cNvCxnSpPr>
                  <a:cxnSpLocks/>
                  <a:stCxn id="58" idx="2"/>
                  <a:endCxn id="70" idx="0"/>
                </p:cNvCxnSpPr>
                <p:nvPr/>
              </p:nvCxnSpPr>
              <p:spPr>
                <a:xfrm>
                  <a:off x="441263" y="610023"/>
                  <a:ext cx="20282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箭头连接符 77">
                  <a:extLst>
                    <a:ext uri="{FF2B5EF4-FFF2-40B4-BE49-F238E27FC236}">
                      <a16:creationId xmlns:a16="http://schemas.microsoft.com/office/drawing/2014/main" id="{8D0BEC1C-BF16-65C9-1722-E7B310E40392}"/>
                    </a:ext>
                  </a:extLst>
                </p:cNvPr>
                <p:cNvCxnSpPr>
                  <a:cxnSpLocks/>
                  <a:stCxn id="64" idx="2"/>
                  <a:endCxn id="71" idx="0"/>
                </p:cNvCxnSpPr>
                <p:nvPr/>
              </p:nvCxnSpPr>
              <p:spPr>
                <a:xfrm>
                  <a:off x="590747" y="610023"/>
                  <a:ext cx="167813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3" name="矩形 82">
                  <a:extLst>
                    <a:ext uri="{FF2B5EF4-FFF2-40B4-BE49-F238E27FC236}">
                      <a16:creationId xmlns:a16="http://schemas.microsoft.com/office/drawing/2014/main" id="{9A12D3E7-B3F6-C8B3-B423-92160A62529D}"/>
                    </a:ext>
                  </a:extLst>
                </p:cNvPr>
                <p:cNvSpPr/>
                <p:nvPr/>
              </p:nvSpPr>
              <p:spPr>
                <a:xfrm>
                  <a:off x="565382" y="731203"/>
                  <a:ext cx="88463" cy="1447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84" name="直接箭头连接符 83">
                  <a:extLst>
                    <a:ext uri="{FF2B5EF4-FFF2-40B4-BE49-F238E27FC236}">
                      <a16:creationId xmlns:a16="http://schemas.microsoft.com/office/drawing/2014/main" id="{1F9F478D-1C3E-3112-1A75-C5745B8118F3}"/>
                    </a:ext>
                  </a:extLst>
                </p:cNvPr>
                <p:cNvCxnSpPr>
                  <a:cxnSpLocks/>
                  <a:stCxn id="45" idx="2"/>
                  <a:endCxn id="59" idx="0"/>
                </p:cNvCxnSpPr>
                <p:nvPr/>
              </p:nvCxnSpPr>
              <p:spPr>
                <a:xfrm>
                  <a:off x="491091" y="344063"/>
                  <a:ext cx="0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68074147-C7B6-D2EB-1BD9-7A7725FCA54B}"/>
                    </a:ext>
                  </a:extLst>
                </p:cNvPr>
                <p:cNvSpPr/>
                <p:nvPr/>
              </p:nvSpPr>
              <p:spPr>
                <a:xfrm>
                  <a:off x="506916" y="598223"/>
                  <a:ext cx="88463" cy="1447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4" name="矩形 223">
                  <a:extLst>
                    <a:ext uri="{FF2B5EF4-FFF2-40B4-BE49-F238E27FC236}">
                      <a16:creationId xmlns:a16="http://schemas.microsoft.com/office/drawing/2014/main" id="{88EFE7A7-E5C1-B797-9E42-F5F596AE1275}"/>
                    </a:ext>
                  </a:extLst>
                </p:cNvPr>
                <p:cNvSpPr/>
                <p:nvPr/>
              </p:nvSpPr>
              <p:spPr>
                <a:xfrm>
                  <a:off x="1189481" y="199283"/>
                  <a:ext cx="249140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file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5" name="矩形 224">
                  <a:extLst>
                    <a:ext uri="{FF2B5EF4-FFF2-40B4-BE49-F238E27FC236}">
                      <a16:creationId xmlns:a16="http://schemas.microsoft.com/office/drawing/2014/main" id="{23055FC8-B1C0-D688-ED0A-ED1997CE605A}"/>
                    </a:ext>
                  </a:extLst>
                </p:cNvPr>
                <p:cNvSpPr/>
                <p:nvPr/>
              </p:nvSpPr>
              <p:spPr>
                <a:xfrm>
                  <a:off x="1189481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6" name="矩形 225">
                  <a:extLst>
                    <a:ext uri="{FF2B5EF4-FFF2-40B4-BE49-F238E27FC236}">
                      <a16:creationId xmlns:a16="http://schemas.microsoft.com/office/drawing/2014/main" id="{83DDD488-DDA1-1A27-0952-F83E5994DBBB}"/>
                    </a:ext>
                  </a:extLst>
                </p:cNvPr>
                <p:cNvSpPr/>
                <p:nvPr/>
              </p:nvSpPr>
              <p:spPr>
                <a:xfrm>
                  <a:off x="1239309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7" name="矩形 226">
                  <a:extLst>
                    <a:ext uri="{FF2B5EF4-FFF2-40B4-BE49-F238E27FC236}">
                      <a16:creationId xmlns:a16="http://schemas.microsoft.com/office/drawing/2014/main" id="{C976C024-7C6A-9A6C-8D9E-8105F505D5FC}"/>
                    </a:ext>
                  </a:extLst>
                </p:cNvPr>
                <p:cNvSpPr/>
                <p:nvPr/>
              </p:nvSpPr>
              <p:spPr>
                <a:xfrm>
                  <a:off x="1289137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8" name="矩形 227">
                  <a:extLst>
                    <a:ext uri="{FF2B5EF4-FFF2-40B4-BE49-F238E27FC236}">
                      <a16:creationId xmlns:a16="http://schemas.microsoft.com/office/drawing/2014/main" id="{23AA563D-B796-F59B-3395-7838C9424232}"/>
                    </a:ext>
                  </a:extLst>
                </p:cNvPr>
                <p:cNvSpPr/>
                <p:nvPr/>
              </p:nvSpPr>
              <p:spPr>
                <a:xfrm>
                  <a:off x="1338965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9" name="矩形 228">
                  <a:extLst>
                    <a:ext uri="{FF2B5EF4-FFF2-40B4-BE49-F238E27FC236}">
                      <a16:creationId xmlns:a16="http://schemas.microsoft.com/office/drawing/2014/main" id="{AED4AD4B-37F7-5797-90F5-FA308452F66F}"/>
                    </a:ext>
                  </a:extLst>
                </p:cNvPr>
                <p:cNvSpPr/>
                <p:nvPr/>
              </p:nvSpPr>
              <p:spPr>
                <a:xfrm>
                  <a:off x="1388793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0" name="矩形 229">
                  <a:extLst>
                    <a:ext uri="{FF2B5EF4-FFF2-40B4-BE49-F238E27FC236}">
                      <a16:creationId xmlns:a16="http://schemas.microsoft.com/office/drawing/2014/main" id="{7345B32E-9A7D-31E7-83BC-49D0CF41052F}"/>
                    </a:ext>
                  </a:extLst>
                </p:cNvPr>
                <p:cNvSpPr/>
                <p:nvPr/>
              </p:nvSpPr>
              <p:spPr>
                <a:xfrm>
                  <a:off x="957697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Data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1" name="矩形 230">
                  <a:extLst>
                    <a:ext uri="{FF2B5EF4-FFF2-40B4-BE49-F238E27FC236}">
                      <a16:creationId xmlns:a16="http://schemas.microsoft.com/office/drawing/2014/main" id="{C8E845F1-1DA2-C83F-8897-CCC88AA22D04}"/>
                    </a:ext>
                  </a:extLst>
                </p:cNvPr>
                <p:cNvSpPr/>
                <p:nvPr/>
              </p:nvSpPr>
              <p:spPr>
                <a:xfrm>
                  <a:off x="1191434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Data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2" name="矩形 231">
                  <a:extLst>
                    <a:ext uri="{FF2B5EF4-FFF2-40B4-BE49-F238E27FC236}">
                      <a16:creationId xmlns:a16="http://schemas.microsoft.com/office/drawing/2014/main" id="{8792ADCA-148F-9174-0B1B-B1A449B97337}"/>
                    </a:ext>
                  </a:extLst>
                </p:cNvPr>
                <p:cNvSpPr/>
                <p:nvPr/>
              </p:nvSpPr>
              <p:spPr>
                <a:xfrm>
                  <a:off x="1488449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Data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33" name="直接箭头连接符 232">
                  <a:extLst>
                    <a:ext uri="{FF2B5EF4-FFF2-40B4-BE49-F238E27FC236}">
                      <a16:creationId xmlns:a16="http://schemas.microsoft.com/office/drawing/2014/main" id="{3FDC129C-9563-B79F-C341-DB0B9E4C4C67}"/>
                    </a:ext>
                  </a:extLst>
                </p:cNvPr>
                <p:cNvCxnSpPr>
                  <a:cxnSpLocks/>
                  <a:stCxn id="225" idx="2"/>
                  <a:endCxn id="230" idx="0"/>
                </p:cNvCxnSpPr>
                <p:nvPr/>
              </p:nvCxnSpPr>
              <p:spPr>
                <a:xfrm flipH="1">
                  <a:off x="1050768" y="610023"/>
                  <a:ext cx="163627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直接箭头连接符 233">
                  <a:extLst>
                    <a:ext uri="{FF2B5EF4-FFF2-40B4-BE49-F238E27FC236}">
                      <a16:creationId xmlns:a16="http://schemas.microsoft.com/office/drawing/2014/main" id="{CE57366A-B9D2-54C2-680C-C9C9C5859CD2}"/>
                    </a:ext>
                  </a:extLst>
                </p:cNvPr>
                <p:cNvCxnSpPr>
                  <a:cxnSpLocks/>
                  <a:stCxn id="226" idx="2"/>
                  <a:endCxn id="231" idx="0"/>
                </p:cNvCxnSpPr>
                <p:nvPr/>
              </p:nvCxnSpPr>
              <p:spPr>
                <a:xfrm>
                  <a:off x="1264223" y="610023"/>
                  <a:ext cx="20282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直接箭头连接符 234">
                  <a:extLst>
                    <a:ext uri="{FF2B5EF4-FFF2-40B4-BE49-F238E27FC236}">
                      <a16:creationId xmlns:a16="http://schemas.microsoft.com/office/drawing/2014/main" id="{A703ECB1-F3B7-114B-D493-4D34353312E8}"/>
                    </a:ext>
                  </a:extLst>
                </p:cNvPr>
                <p:cNvCxnSpPr>
                  <a:cxnSpLocks/>
                  <a:stCxn id="229" idx="2"/>
                  <a:endCxn id="232" idx="0"/>
                </p:cNvCxnSpPr>
                <p:nvPr/>
              </p:nvCxnSpPr>
              <p:spPr>
                <a:xfrm>
                  <a:off x="1413707" y="610023"/>
                  <a:ext cx="167813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36" name="矩形 235">
                  <a:extLst>
                    <a:ext uri="{FF2B5EF4-FFF2-40B4-BE49-F238E27FC236}">
                      <a16:creationId xmlns:a16="http://schemas.microsoft.com/office/drawing/2014/main" id="{07BC9571-966B-8925-825A-E208E038B55B}"/>
                    </a:ext>
                  </a:extLst>
                </p:cNvPr>
                <p:cNvSpPr/>
                <p:nvPr/>
              </p:nvSpPr>
              <p:spPr>
                <a:xfrm>
                  <a:off x="1388342" y="731203"/>
                  <a:ext cx="88463" cy="1447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37" name="直接箭头连接符 236">
                  <a:extLst>
                    <a:ext uri="{FF2B5EF4-FFF2-40B4-BE49-F238E27FC236}">
                      <a16:creationId xmlns:a16="http://schemas.microsoft.com/office/drawing/2014/main" id="{6ADE432C-8E94-E98C-473C-1E93E97BC46C}"/>
                    </a:ext>
                  </a:extLst>
                </p:cNvPr>
                <p:cNvCxnSpPr>
                  <a:cxnSpLocks/>
                  <a:stCxn id="224" idx="2"/>
                  <a:endCxn id="227" idx="0"/>
                </p:cNvCxnSpPr>
                <p:nvPr/>
              </p:nvCxnSpPr>
              <p:spPr>
                <a:xfrm>
                  <a:off x="1314051" y="344063"/>
                  <a:ext cx="0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38" name="矩形 237">
                  <a:extLst>
                    <a:ext uri="{FF2B5EF4-FFF2-40B4-BE49-F238E27FC236}">
                      <a16:creationId xmlns:a16="http://schemas.microsoft.com/office/drawing/2014/main" id="{3FD2C53F-DD60-51F6-366B-B5C03266F48A}"/>
                    </a:ext>
                  </a:extLst>
                </p:cNvPr>
                <p:cNvSpPr/>
                <p:nvPr/>
              </p:nvSpPr>
              <p:spPr>
                <a:xfrm>
                  <a:off x="1329876" y="598223"/>
                  <a:ext cx="88463" cy="1447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71" name="矩形: 圆角 470">
                <a:extLst>
                  <a:ext uri="{FF2B5EF4-FFF2-40B4-BE49-F238E27FC236}">
                    <a16:creationId xmlns:a16="http://schemas.microsoft.com/office/drawing/2014/main" id="{739FDC61-9822-5CAA-F814-42DF337D3808}"/>
                  </a:ext>
                </a:extLst>
              </p:cNvPr>
              <p:cNvSpPr/>
              <p:nvPr/>
            </p:nvSpPr>
            <p:spPr>
              <a:xfrm>
                <a:off x="0" y="199282"/>
                <a:ext cx="1655040" cy="942661"/>
              </a:xfrm>
              <a:prstGeom prst="roundRect">
                <a:avLst>
                  <a:gd name="adj" fmla="val 7783"/>
                </a:avLst>
              </a:prstGeom>
              <a:noFill/>
              <a:ln w="6350">
                <a:noFill/>
                <a:prstDash val="dash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80" name="矩形 479">
              <a:extLst>
                <a:ext uri="{FF2B5EF4-FFF2-40B4-BE49-F238E27FC236}">
                  <a16:creationId xmlns:a16="http://schemas.microsoft.com/office/drawing/2014/main" id="{D6A89E66-DBF9-E49B-3F12-445B43A270B2}"/>
                </a:ext>
              </a:extLst>
            </p:cNvPr>
            <p:cNvSpPr/>
            <p:nvPr/>
          </p:nvSpPr>
          <p:spPr>
            <a:xfrm>
              <a:off x="635306" y="619252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L2P Entry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3" name="组合 482">
            <a:extLst>
              <a:ext uri="{FF2B5EF4-FFF2-40B4-BE49-F238E27FC236}">
                <a16:creationId xmlns:a16="http://schemas.microsoft.com/office/drawing/2014/main" id="{0C631457-14DF-E8FC-FA7E-E7E3AFC34A30}"/>
              </a:ext>
            </a:extLst>
          </p:cNvPr>
          <p:cNvGrpSpPr/>
          <p:nvPr/>
        </p:nvGrpSpPr>
        <p:grpSpPr>
          <a:xfrm>
            <a:off x="2049974" y="1593001"/>
            <a:ext cx="1655040" cy="942661"/>
            <a:chOff x="2049974" y="1593001"/>
            <a:chExt cx="1655040" cy="942661"/>
          </a:xfrm>
        </p:grpSpPr>
        <p:grpSp>
          <p:nvGrpSpPr>
            <p:cNvPr id="479" name="组合 478">
              <a:extLst>
                <a:ext uri="{FF2B5EF4-FFF2-40B4-BE49-F238E27FC236}">
                  <a16:creationId xmlns:a16="http://schemas.microsoft.com/office/drawing/2014/main" id="{0454644A-7102-A809-4EBB-B41DEC9B50AB}"/>
                </a:ext>
              </a:extLst>
            </p:cNvPr>
            <p:cNvGrpSpPr/>
            <p:nvPr/>
          </p:nvGrpSpPr>
          <p:grpSpPr>
            <a:xfrm>
              <a:off x="2049974" y="1593001"/>
              <a:ext cx="1655040" cy="942661"/>
              <a:chOff x="4959835" y="199282"/>
              <a:chExt cx="1655040" cy="942661"/>
            </a:xfrm>
          </p:grpSpPr>
          <p:grpSp>
            <p:nvGrpSpPr>
              <p:cNvPr id="470" name="组合 469">
                <a:extLst>
                  <a:ext uri="{FF2B5EF4-FFF2-40B4-BE49-F238E27FC236}">
                    <a16:creationId xmlns:a16="http://schemas.microsoft.com/office/drawing/2014/main" id="{0F7CB3A1-D0FE-FB60-F24B-64AE1767E1B0}"/>
                  </a:ext>
                </a:extLst>
              </p:cNvPr>
              <p:cNvGrpSpPr/>
              <p:nvPr/>
            </p:nvGrpSpPr>
            <p:grpSpPr>
              <a:xfrm>
                <a:off x="5019539" y="283473"/>
                <a:ext cx="1539853" cy="676700"/>
                <a:chOff x="5055026" y="199283"/>
                <a:chExt cx="1539853" cy="676700"/>
              </a:xfrm>
            </p:grpSpPr>
            <p:sp>
              <p:nvSpPr>
                <p:cNvPr id="299" name="矩形 298">
                  <a:extLst>
                    <a:ext uri="{FF2B5EF4-FFF2-40B4-BE49-F238E27FC236}">
                      <a16:creationId xmlns:a16="http://schemas.microsoft.com/office/drawing/2014/main" id="{74A5435D-B539-0265-557C-FCDB097C6AD4}"/>
                    </a:ext>
                  </a:extLst>
                </p:cNvPr>
                <p:cNvSpPr/>
                <p:nvPr/>
              </p:nvSpPr>
              <p:spPr>
                <a:xfrm>
                  <a:off x="5286810" y="199283"/>
                  <a:ext cx="249140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file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0" name="矩形 299">
                  <a:extLst>
                    <a:ext uri="{FF2B5EF4-FFF2-40B4-BE49-F238E27FC236}">
                      <a16:creationId xmlns:a16="http://schemas.microsoft.com/office/drawing/2014/main" id="{466C22AA-8C70-BF86-058B-1AC684C413AD}"/>
                    </a:ext>
                  </a:extLst>
                </p:cNvPr>
                <p:cNvSpPr/>
                <p:nvPr/>
              </p:nvSpPr>
              <p:spPr>
                <a:xfrm>
                  <a:off x="5121740" y="465243"/>
                  <a:ext cx="169702" cy="144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FP1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5" name="矩形 304">
                  <a:extLst>
                    <a:ext uri="{FF2B5EF4-FFF2-40B4-BE49-F238E27FC236}">
                      <a16:creationId xmlns:a16="http://schemas.microsoft.com/office/drawing/2014/main" id="{FB87BED6-4464-90E5-E8AC-A08685A3870D}"/>
                    </a:ext>
                  </a:extLst>
                </p:cNvPr>
                <p:cNvSpPr/>
                <p:nvPr/>
              </p:nvSpPr>
              <p:spPr>
                <a:xfrm>
                  <a:off x="5055026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D1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6" name="矩形 305">
                  <a:extLst>
                    <a:ext uri="{FF2B5EF4-FFF2-40B4-BE49-F238E27FC236}">
                      <a16:creationId xmlns:a16="http://schemas.microsoft.com/office/drawing/2014/main" id="{2B5C53CA-8BD8-4696-B868-1B9568E907EA}"/>
                    </a:ext>
                  </a:extLst>
                </p:cNvPr>
                <p:cNvSpPr/>
                <p:nvPr/>
              </p:nvSpPr>
              <p:spPr>
                <a:xfrm>
                  <a:off x="5288763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D2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7" name="矩形 306">
                  <a:extLst>
                    <a:ext uri="{FF2B5EF4-FFF2-40B4-BE49-F238E27FC236}">
                      <a16:creationId xmlns:a16="http://schemas.microsoft.com/office/drawing/2014/main" id="{EB9C7C4D-68B6-B9F6-45B2-A9BD438809F0}"/>
                    </a:ext>
                  </a:extLst>
                </p:cNvPr>
                <p:cNvSpPr/>
                <p:nvPr/>
              </p:nvSpPr>
              <p:spPr>
                <a:xfrm>
                  <a:off x="5665404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D3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08" name="直接箭头连接符 307">
                  <a:extLst>
                    <a:ext uri="{FF2B5EF4-FFF2-40B4-BE49-F238E27FC236}">
                      <a16:creationId xmlns:a16="http://schemas.microsoft.com/office/drawing/2014/main" id="{696BB328-822C-EDC1-1054-63943F673E73}"/>
                    </a:ext>
                  </a:extLst>
                </p:cNvPr>
                <p:cNvCxnSpPr>
                  <a:cxnSpLocks/>
                  <a:stCxn id="300" idx="2"/>
                  <a:endCxn id="305" idx="0"/>
                </p:cNvCxnSpPr>
                <p:nvPr/>
              </p:nvCxnSpPr>
              <p:spPr>
                <a:xfrm flipH="1">
                  <a:off x="5148097" y="610023"/>
                  <a:ext cx="58494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直接箭头连接符 308">
                  <a:extLst>
                    <a:ext uri="{FF2B5EF4-FFF2-40B4-BE49-F238E27FC236}">
                      <a16:creationId xmlns:a16="http://schemas.microsoft.com/office/drawing/2014/main" id="{79FA117B-1C1B-2742-6089-FD94B605B797}"/>
                    </a:ext>
                  </a:extLst>
                </p:cNvPr>
                <p:cNvCxnSpPr>
                  <a:cxnSpLocks/>
                  <a:endCxn id="306" idx="0"/>
                </p:cNvCxnSpPr>
                <p:nvPr/>
              </p:nvCxnSpPr>
              <p:spPr>
                <a:xfrm>
                  <a:off x="5361552" y="610023"/>
                  <a:ext cx="20282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直接箭头连接符 309">
                  <a:extLst>
                    <a:ext uri="{FF2B5EF4-FFF2-40B4-BE49-F238E27FC236}">
                      <a16:creationId xmlns:a16="http://schemas.microsoft.com/office/drawing/2014/main" id="{8B216B12-732D-47AC-FDCE-62E8000A39F2}"/>
                    </a:ext>
                  </a:extLst>
                </p:cNvPr>
                <p:cNvCxnSpPr>
                  <a:cxnSpLocks/>
                  <a:stCxn id="442" idx="2"/>
                  <a:endCxn id="307" idx="0"/>
                </p:cNvCxnSpPr>
                <p:nvPr/>
              </p:nvCxnSpPr>
              <p:spPr>
                <a:xfrm>
                  <a:off x="5632606" y="610023"/>
                  <a:ext cx="125869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1" name="矩形 310">
                  <a:extLst>
                    <a:ext uri="{FF2B5EF4-FFF2-40B4-BE49-F238E27FC236}">
                      <a16:creationId xmlns:a16="http://schemas.microsoft.com/office/drawing/2014/main" id="{C13B7420-9739-2921-6A20-E64A5BA73C09}"/>
                    </a:ext>
                  </a:extLst>
                </p:cNvPr>
                <p:cNvSpPr/>
                <p:nvPr/>
              </p:nvSpPr>
              <p:spPr>
                <a:xfrm>
                  <a:off x="5526300" y="731203"/>
                  <a:ext cx="88463" cy="1447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12" name="直接箭头连接符 311">
                  <a:extLst>
                    <a:ext uri="{FF2B5EF4-FFF2-40B4-BE49-F238E27FC236}">
                      <a16:creationId xmlns:a16="http://schemas.microsoft.com/office/drawing/2014/main" id="{E4787208-3C9D-53C2-001D-5E3C8307DD2B}"/>
                    </a:ext>
                  </a:extLst>
                </p:cNvPr>
                <p:cNvCxnSpPr>
                  <a:cxnSpLocks/>
                  <a:stCxn id="299" idx="2"/>
                </p:cNvCxnSpPr>
                <p:nvPr/>
              </p:nvCxnSpPr>
              <p:spPr>
                <a:xfrm>
                  <a:off x="5411380" y="344063"/>
                  <a:ext cx="0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3" name="矩形 312">
                  <a:extLst>
                    <a:ext uri="{FF2B5EF4-FFF2-40B4-BE49-F238E27FC236}">
                      <a16:creationId xmlns:a16="http://schemas.microsoft.com/office/drawing/2014/main" id="{39ED8FD5-2885-46F4-1295-9DCC07D65D30}"/>
                    </a:ext>
                  </a:extLst>
                </p:cNvPr>
                <p:cNvSpPr/>
                <p:nvPr/>
              </p:nvSpPr>
              <p:spPr>
                <a:xfrm>
                  <a:off x="5485671" y="598223"/>
                  <a:ext cx="88463" cy="1447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4" name="矩形 313">
                  <a:extLst>
                    <a:ext uri="{FF2B5EF4-FFF2-40B4-BE49-F238E27FC236}">
                      <a16:creationId xmlns:a16="http://schemas.microsoft.com/office/drawing/2014/main" id="{42940393-F9D5-D294-E773-815CABC97226}"/>
                    </a:ext>
                  </a:extLst>
                </p:cNvPr>
                <p:cNvSpPr/>
                <p:nvPr/>
              </p:nvSpPr>
              <p:spPr>
                <a:xfrm>
                  <a:off x="6109770" y="199283"/>
                  <a:ext cx="249140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file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1" name="矩形 320">
                  <a:extLst>
                    <a:ext uri="{FF2B5EF4-FFF2-40B4-BE49-F238E27FC236}">
                      <a16:creationId xmlns:a16="http://schemas.microsoft.com/office/drawing/2014/main" id="{EF3114C7-332F-4DA2-1D4A-F08DC2EDFA4B}"/>
                    </a:ext>
                  </a:extLst>
                </p:cNvPr>
                <p:cNvSpPr/>
                <p:nvPr/>
              </p:nvSpPr>
              <p:spPr>
                <a:xfrm>
                  <a:off x="6111723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Data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2" name="矩形 321">
                  <a:extLst>
                    <a:ext uri="{FF2B5EF4-FFF2-40B4-BE49-F238E27FC236}">
                      <a16:creationId xmlns:a16="http://schemas.microsoft.com/office/drawing/2014/main" id="{1E3386B7-5B6A-7B08-406C-4755C48AF55B}"/>
                    </a:ext>
                  </a:extLst>
                </p:cNvPr>
                <p:cNvSpPr/>
                <p:nvPr/>
              </p:nvSpPr>
              <p:spPr>
                <a:xfrm>
                  <a:off x="6408738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Data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23" name="直接箭头连接符 322">
                  <a:extLst>
                    <a:ext uri="{FF2B5EF4-FFF2-40B4-BE49-F238E27FC236}">
                      <a16:creationId xmlns:a16="http://schemas.microsoft.com/office/drawing/2014/main" id="{9B22B98B-1680-D17D-490E-A1D10E9436D7}"/>
                    </a:ext>
                  </a:extLst>
                </p:cNvPr>
                <p:cNvCxnSpPr>
                  <a:cxnSpLocks/>
                  <a:stCxn id="453" idx="2"/>
                  <a:endCxn id="307" idx="0"/>
                </p:cNvCxnSpPr>
                <p:nvPr/>
              </p:nvCxnSpPr>
              <p:spPr>
                <a:xfrm flipH="1">
                  <a:off x="5758475" y="610023"/>
                  <a:ext cx="224353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直接箭头连接符 323">
                  <a:extLst>
                    <a:ext uri="{FF2B5EF4-FFF2-40B4-BE49-F238E27FC236}">
                      <a16:creationId xmlns:a16="http://schemas.microsoft.com/office/drawing/2014/main" id="{EF069689-57A9-3D20-F8B0-28F1764F41EE}"/>
                    </a:ext>
                  </a:extLst>
                </p:cNvPr>
                <p:cNvCxnSpPr>
                  <a:cxnSpLocks/>
                  <a:stCxn id="460" idx="2"/>
                  <a:endCxn id="321" idx="0"/>
                </p:cNvCxnSpPr>
                <p:nvPr/>
              </p:nvCxnSpPr>
              <p:spPr>
                <a:xfrm>
                  <a:off x="6146228" y="610023"/>
                  <a:ext cx="58566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直接箭头连接符 324">
                  <a:extLst>
                    <a:ext uri="{FF2B5EF4-FFF2-40B4-BE49-F238E27FC236}">
                      <a16:creationId xmlns:a16="http://schemas.microsoft.com/office/drawing/2014/main" id="{735E91AA-F155-A6BF-FB64-E063F625534B}"/>
                    </a:ext>
                  </a:extLst>
                </p:cNvPr>
                <p:cNvCxnSpPr>
                  <a:cxnSpLocks/>
                  <a:stCxn id="463" idx="2"/>
                  <a:endCxn id="322" idx="0"/>
                </p:cNvCxnSpPr>
                <p:nvPr/>
              </p:nvCxnSpPr>
              <p:spPr>
                <a:xfrm>
                  <a:off x="6400455" y="610023"/>
                  <a:ext cx="101354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6" name="矩形 325">
                  <a:extLst>
                    <a:ext uri="{FF2B5EF4-FFF2-40B4-BE49-F238E27FC236}">
                      <a16:creationId xmlns:a16="http://schemas.microsoft.com/office/drawing/2014/main" id="{F18FC055-D9C9-C591-6FF9-59B4B21DDED3}"/>
                    </a:ext>
                  </a:extLst>
                </p:cNvPr>
                <p:cNvSpPr/>
                <p:nvPr/>
              </p:nvSpPr>
              <p:spPr>
                <a:xfrm>
                  <a:off x="6308631" y="731203"/>
                  <a:ext cx="88463" cy="1447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27" name="直接箭头连接符 326">
                  <a:extLst>
                    <a:ext uri="{FF2B5EF4-FFF2-40B4-BE49-F238E27FC236}">
                      <a16:creationId xmlns:a16="http://schemas.microsoft.com/office/drawing/2014/main" id="{E8A8199E-20A6-F43C-2823-250C2B9667C3}"/>
                    </a:ext>
                  </a:extLst>
                </p:cNvPr>
                <p:cNvCxnSpPr>
                  <a:cxnSpLocks/>
                  <a:stCxn id="314" idx="2"/>
                </p:cNvCxnSpPr>
                <p:nvPr/>
              </p:nvCxnSpPr>
              <p:spPr>
                <a:xfrm>
                  <a:off x="6234340" y="344063"/>
                  <a:ext cx="0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8" name="矩形 327">
                  <a:extLst>
                    <a:ext uri="{FF2B5EF4-FFF2-40B4-BE49-F238E27FC236}">
                      <a16:creationId xmlns:a16="http://schemas.microsoft.com/office/drawing/2014/main" id="{49878FB1-9F0B-D7EA-4F89-9B1A24BD3DF8}"/>
                    </a:ext>
                  </a:extLst>
                </p:cNvPr>
                <p:cNvSpPr/>
                <p:nvPr/>
              </p:nvSpPr>
              <p:spPr>
                <a:xfrm>
                  <a:off x="6268110" y="598223"/>
                  <a:ext cx="88463" cy="1447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2" name="矩形 441">
                  <a:extLst>
                    <a:ext uri="{FF2B5EF4-FFF2-40B4-BE49-F238E27FC236}">
                      <a16:creationId xmlns:a16="http://schemas.microsoft.com/office/drawing/2014/main" id="{494B4EAA-85A4-D643-1FA0-48CD9B7BD1C1}"/>
                    </a:ext>
                  </a:extLst>
                </p:cNvPr>
                <p:cNvSpPr/>
                <p:nvPr/>
              </p:nvSpPr>
              <p:spPr>
                <a:xfrm>
                  <a:off x="5547755" y="465243"/>
                  <a:ext cx="169702" cy="144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FP3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1" name="矩形 440">
                  <a:extLst>
                    <a:ext uri="{FF2B5EF4-FFF2-40B4-BE49-F238E27FC236}">
                      <a16:creationId xmlns:a16="http://schemas.microsoft.com/office/drawing/2014/main" id="{9A38A4CC-F7C6-8636-09A9-B49FDA1DA089}"/>
                    </a:ext>
                  </a:extLst>
                </p:cNvPr>
                <p:cNvSpPr/>
                <p:nvPr/>
              </p:nvSpPr>
              <p:spPr>
                <a:xfrm>
                  <a:off x="5291442" y="465243"/>
                  <a:ext cx="169702" cy="144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FP2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1" name="矩形 450">
                  <a:extLst>
                    <a:ext uri="{FF2B5EF4-FFF2-40B4-BE49-F238E27FC236}">
                      <a16:creationId xmlns:a16="http://schemas.microsoft.com/office/drawing/2014/main" id="{EEC6ED46-0C1D-7186-BBE3-A6C70C3F36C8}"/>
                    </a:ext>
                  </a:extLst>
                </p:cNvPr>
                <p:cNvSpPr/>
                <p:nvPr/>
              </p:nvSpPr>
              <p:spPr>
                <a:xfrm>
                  <a:off x="5460191" y="477043"/>
                  <a:ext cx="88463" cy="1447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3" name="矩形 452">
                  <a:extLst>
                    <a:ext uri="{FF2B5EF4-FFF2-40B4-BE49-F238E27FC236}">
                      <a16:creationId xmlns:a16="http://schemas.microsoft.com/office/drawing/2014/main" id="{77C52D46-A605-64D6-5EB8-46F701317466}"/>
                    </a:ext>
                  </a:extLst>
                </p:cNvPr>
                <p:cNvSpPr/>
                <p:nvPr/>
              </p:nvSpPr>
              <p:spPr>
                <a:xfrm>
                  <a:off x="5897977" y="465243"/>
                  <a:ext cx="169702" cy="144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FP3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0" name="矩形 459">
                  <a:extLst>
                    <a:ext uri="{FF2B5EF4-FFF2-40B4-BE49-F238E27FC236}">
                      <a16:creationId xmlns:a16="http://schemas.microsoft.com/office/drawing/2014/main" id="{7D7A7AC7-54AD-750C-7850-C39818376C20}"/>
                    </a:ext>
                  </a:extLst>
                </p:cNvPr>
                <p:cNvSpPr/>
                <p:nvPr/>
              </p:nvSpPr>
              <p:spPr>
                <a:xfrm>
                  <a:off x="6061377" y="465243"/>
                  <a:ext cx="169702" cy="144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FP4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3" name="矩形 462">
                  <a:extLst>
                    <a:ext uri="{FF2B5EF4-FFF2-40B4-BE49-F238E27FC236}">
                      <a16:creationId xmlns:a16="http://schemas.microsoft.com/office/drawing/2014/main" id="{D54949C0-940B-D4D2-7338-5789BC759BCE}"/>
                    </a:ext>
                  </a:extLst>
                </p:cNvPr>
                <p:cNvSpPr/>
                <p:nvPr/>
              </p:nvSpPr>
              <p:spPr>
                <a:xfrm>
                  <a:off x="6315604" y="465243"/>
                  <a:ext cx="169702" cy="144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4" name="矩形 463">
                  <a:extLst>
                    <a:ext uri="{FF2B5EF4-FFF2-40B4-BE49-F238E27FC236}">
                      <a16:creationId xmlns:a16="http://schemas.microsoft.com/office/drawing/2014/main" id="{99FBC422-5CAF-6061-1DC7-C9249EFABB63}"/>
                    </a:ext>
                  </a:extLst>
                </p:cNvPr>
                <p:cNvSpPr/>
                <p:nvPr/>
              </p:nvSpPr>
              <p:spPr>
                <a:xfrm>
                  <a:off x="6232218" y="477043"/>
                  <a:ext cx="88463" cy="1447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74" name="矩形: 圆角 473">
                <a:extLst>
                  <a:ext uri="{FF2B5EF4-FFF2-40B4-BE49-F238E27FC236}">
                    <a16:creationId xmlns:a16="http://schemas.microsoft.com/office/drawing/2014/main" id="{C136669D-7FA6-7919-D4CC-7A8A195631AD}"/>
                  </a:ext>
                </a:extLst>
              </p:cNvPr>
              <p:cNvSpPr/>
              <p:nvPr/>
            </p:nvSpPr>
            <p:spPr>
              <a:xfrm>
                <a:off x="4959835" y="199282"/>
                <a:ext cx="1655040" cy="942661"/>
              </a:xfrm>
              <a:prstGeom prst="roundRect">
                <a:avLst>
                  <a:gd name="adj" fmla="val 7783"/>
                </a:avLst>
              </a:prstGeom>
              <a:noFill/>
              <a:ln w="6350">
                <a:noFill/>
                <a:prstDash val="dash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82" name="矩形 481">
              <a:extLst>
                <a:ext uri="{FF2B5EF4-FFF2-40B4-BE49-F238E27FC236}">
                  <a16:creationId xmlns:a16="http://schemas.microsoft.com/office/drawing/2014/main" id="{0C4906A6-F82F-FCE2-464D-EC22C04B4FF3}"/>
                </a:ext>
              </a:extLst>
            </p:cNvPr>
            <p:cNvSpPr/>
            <p:nvPr/>
          </p:nvSpPr>
          <p:spPr>
            <a:xfrm>
              <a:off x="2609620" y="1780860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FDM Entry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8" name="组合 487">
            <a:extLst>
              <a:ext uri="{FF2B5EF4-FFF2-40B4-BE49-F238E27FC236}">
                <a16:creationId xmlns:a16="http://schemas.microsoft.com/office/drawing/2014/main" id="{2BAAD595-A84A-320D-F7FA-F2CADD4C0929}"/>
              </a:ext>
            </a:extLst>
          </p:cNvPr>
          <p:cNvGrpSpPr/>
          <p:nvPr/>
        </p:nvGrpSpPr>
        <p:grpSpPr>
          <a:xfrm>
            <a:off x="4194945" y="283473"/>
            <a:ext cx="1655040" cy="947367"/>
            <a:chOff x="4194945" y="283473"/>
            <a:chExt cx="1655040" cy="947367"/>
          </a:xfrm>
        </p:grpSpPr>
        <p:grpSp>
          <p:nvGrpSpPr>
            <p:cNvPr id="478" name="组合 477">
              <a:extLst>
                <a:ext uri="{FF2B5EF4-FFF2-40B4-BE49-F238E27FC236}">
                  <a16:creationId xmlns:a16="http://schemas.microsoft.com/office/drawing/2014/main" id="{63B02FAF-AB5D-3454-9313-015CE6ACF06E}"/>
                </a:ext>
              </a:extLst>
            </p:cNvPr>
            <p:cNvGrpSpPr/>
            <p:nvPr/>
          </p:nvGrpSpPr>
          <p:grpSpPr>
            <a:xfrm>
              <a:off x="4194945" y="283473"/>
              <a:ext cx="1655040" cy="947367"/>
              <a:chOff x="3304795" y="199282"/>
              <a:chExt cx="1655040" cy="947367"/>
            </a:xfrm>
          </p:grpSpPr>
          <p:grpSp>
            <p:nvGrpSpPr>
              <p:cNvPr id="469" name="组合 468">
                <a:extLst>
                  <a:ext uri="{FF2B5EF4-FFF2-40B4-BE49-F238E27FC236}">
                    <a16:creationId xmlns:a16="http://schemas.microsoft.com/office/drawing/2014/main" id="{178A48B1-19AE-9D47-1701-B1C27DEE86FB}"/>
                  </a:ext>
                </a:extLst>
              </p:cNvPr>
              <p:cNvGrpSpPr/>
              <p:nvPr/>
            </p:nvGrpSpPr>
            <p:grpSpPr>
              <a:xfrm>
                <a:off x="3349810" y="199283"/>
                <a:ext cx="1542764" cy="947366"/>
                <a:chOff x="3417504" y="199283"/>
                <a:chExt cx="1542764" cy="947366"/>
              </a:xfrm>
            </p:grpSpPr>
            <p:cxnSp>
              <p:nvCxnSpPr>
                <p:cNvPr id="402" name="直接箭头连接符 401">
                  <a:extLst>
                    <a:ext uri="{FF2B5EF4-FFF2-40B4-BE49-F238E27FC236}">
                      <a16:creationId xmlns:a16="http://schemas.microsoft.com/office/drawing/2014/main" id="{BC8F115D-9E68-5E1C-9D30-6A67D5FBB2F5}"/>
                    </a:ext>
                  </a:extLst>
                </p:cNvPr>
                <p:cNvCxnSpPr>
                  <a:cxnSpLocks/>
                  <a:stCxn id="397" idx="0"/>
                  <a:endCxn id="276" idx="2"/>
                </p:cNvCxnSpPr>
                <p:nvPr/>
              </p:nvCxnSpPr>
              <p:spPr>
                <a:xfrm flipH="1" flipV="1">
                  <a:off x="3747223" y="875983"/>
                  <a:ext cx="336912" cy="125886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69" name="矩形 268">
                  <a:extLst>
                    <a:ext uri="{FF2B5EF4-FFF2-40B4-BE49-F238E27FC236}">
                      <a16:creationId xmlns:a16="http://schemas.microsoft.com/office/drawing/2014/main" id="{F72BA2F5-FD07-4D1C-FCBF-5408398772B6}"/>
                    </a:ext>
                  </a:extLst>
                </p:cNvPr>
                <p:cNvSpPr/>
                <p:nvPr/>
              </p:nvSpPr>
              <p:spPr>
                <a:xfrm>
                  <a:off x="3652199" y="199283"/>
                  <a:ext cx="249140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file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0" name="矩形 269">
                  <a:extLst>
                    <a:ext uri="{FF2B5EF4-FFF2-40B4-BE49-F238E27FC236}">
                      <a16:creationId xmlns:a16="http://schemas.microsoft.com/office/drawing/2014/main" id="{BC9ED645-81E0-4C22-32F9-583F89980D56}"/>
                    </a:ext>
                  </a:extLst>
                </p:cNvPr>
                <p:cNvSpPr/>
                <p:nvPr/>
              </p:nvSpPr>
              <p:spPr>
                <a:xfrm>
                  <a:off x="3652199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1" name="矩形 270">
                  <a:extLst>
                    <a:ext uri="{FF2B5EF4-FFF2-40B4-BE49-F238E27FC236}">
                      <a16:creationId xmlns:a16="http://schemas.microsoft.com/office/drawing/2014/main" id="{F4E81257-470F-E422-D7EE-32211CE9C92B}"/>
                    </a:ext>
                  </a:extLst>
                </p:cNvPr>
                <p:cNvSpPr/>
                <p:nvPr/>
              </p:nvSpPr>
              <p:spPr>
                <a:xfrm>
                  <a:off x="3702027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2" name="矩形 271">
                  <a:extLst>
                    <a:ext uri="{FF2B5EF4-FFF2-40B4-BE49-F238E27FC236}">
                      <a16:creationId xmlns:a16="http://schemas.microsoft.com/office/drawing/2014/main" id="{DF2F7395-5548-7B5F-899B-47D435830F02}"/>
                    </a:ext>
                  </a:extLst>
                </p:cNvPr>
                <p:cNvSpPr/>
                <p:nvPr/>
              </p:nvSpPr>
              <p:spPr>
                <a:xfrm>
                  <a:off x="3751855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3" name="矩形 272">
                  <a:extLst>
                    <a:ext uri="{FF2B5EF4-FFF2-40B4-BE49-F238E27FC236}">
                      <a16:creationId xmlns:a16="http://schemas.microsoft.com/office/drawing/2014/main" id="{630E4A52-ACAF-97D6-A600-B12960F2F27C}"/>
                    </a:ext>
                  </a:extLst>
                </p:cNvPr>
                <p:cNvSpPr/>
                <p:nvPr/>
              </p:nvSpPr>
              <p:spPr>
                <a:xfrm>
                  <a:off x="3801683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4" name="矩形 273">
                  <a:extLst>
                    <a:ext uri="{FF2B5EF4-FFF2-40B4-BE49-F238E27FC236}">
                      <a16:creationId xmlns:a16="http://schemas.microsoft.com/office/drawing/2014/main" id="{66E377C8-71AB-B236-14C4-EA03EEFD40D6}"/>
                    </a:ext>
                  </a:extLst>
                </p:cNvPr>
                <p:cNvSpPr/>
                <p:nvPr/>
              </p:nvSpPr>
              <p:spPr>
                <a:xfrm>
                  <a:off x="3851511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5" name="矩形 274">
                  <a:extLst>
                    <a:ext uri="{FF2B5EF4-FFF2-40B4-BE49-F238E27FC236}">
                      <a16:creationId xmlns:a16="http://schemas.microsoft.com/office/drawing/2014/main" id="{F0A56B6F-E537-3C7E-8200-5DA104640085}"/>
                    </a:ext>
                  </a:extLst>
                </p:cNvPr>
                <p:cNvSpPr/>
                <p:nvPr/>
              </p:nvSpPr>
              <p:spPr>
                <a:xfrm>
                  <a:off x="3420415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D1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6" name="矩形 275">
                  <a:extLst>
                    <a:ext uri="{FF2B5EF4-FFF2-40B4-BE49-F238E27FC236}">
                      <a16:creationId xmlns:a16="http://schemas.microsoft.com/office/drawing/2014/main" id="{8ADA4152-468A-4CD9-DF05-AF1483123349}"/>
                    </a:ext>
                  </a:extLst>
                </p:cNvPr>
                <p:cNvSpPr/>
                <p:nvPr/>
              </p:nvSpPr>
              <p:spPr>
                <a:xfrm>
                  <a:off x="3654152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D2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7" name="矩形 276">
                  <a:extLst>
                    <a:ext uri="{FF2B5EF4-FFF2-40B4-BE49-F238E27FC236}">
                      <a16:creationId xmlns:a16="http://schemas.microsoft.com/office/drawing/2014/main" id="{ED90401C-01B7-F248-B8F7-ADEA7A5BFB00}"/>
                    </a:ext>
                  </a:extLst>
                </p:cNvPr>
                <p:cNvSpPr/>
                <p:nvPr/>
              </p:nvSpPr>
              <p:spPr>
                <a:xfrm>
                  <a:off x="4069630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D3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78" name="直接箭头连接符 277">
                  <a:extLst>
                    <a:ext uri="{FF2B5EF4-FFF2-40B4-BE49-F238E27FC236}">
                      <a16:creationId xmlns:a16="http://schemas.microsoft.com/office/drawing/2014/main" id="{F36D7F82-1746-9B16-262B-334B6CCA63A7}"/>
                    </a:ext>
                  </a:extLst>
                </p:cNvPr>
                <p:cNvCxnSpPr>
                  <a:cxnSpLocks/>
                  <a:stCxn id="270" idx="2"/>
                  <a:endCxn id="275" idx="0"/>
                </p:cNvCxnSpPr>
                <p:nvPr/>
              </p:nvCxnSpPr>
              <p:spPr>
                <a:xfrm flipH="1">
                  <a:off x="3513486" y="610023"/>
                  <a:ext cx="163627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直接箭头连接符 278">
                  <a:extLst>
                    <a:ext uri="{FF2B5EF4-FFF2-40B4-BE49-F238E27FC236}">
                      <a16:creationId xmlns:a16="http://schemas.microsoft.com/office/drawing/2014/main" id="{1A5BFD5C-3CAC-3888-5A16-DAB8D7AD76F5}"/>
                    </a:ext>
                  </a:extLst>
                </p:cNvPr>
                <p:cNvCxnSpPr>
                  <a:cxnSpLocks/>
                  <a:stCxn id="271" idx="2"/>
                  <a:endCxn id="276" idx="0"/>
                </p:cNvCxnSpPr>
                <p:nvPr/>
              </p:nvCxnSpPr>
              <p:spPr>
                <a:xfrm>
                  <a:off x="3726941" y="610023"/>
                  <a:ext cx="20282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直接箭头连接符 279">
                  <a:extLst>
                    <a:ext uri="{FF2B5EF4-FFF2-40B4-BE49-F238E27FC236}">
                      <a16:creationId xmlns:a16="http://schemas.microsoft.com/office/drawing/2014/main" id="{0BCFB0E4-2C58-2A3F-1E2B-4D8B1BCAD4B0}"/>
                    </a:ext>
                  </a:extLst>
                </p:cNvPr>
                <p:cNvCxnSpPr>
                  <a:cxnSpLocks/>
                  <a:stCxn id="274" idx="2"/>
                  <a:endCxn id="277" idx="0"/>
                </p:cNvCxnSpPr>
                <p:nvPr/>
              </p:nvCxnSpPr>
              <p:spPr>
                <a:xfrm>
                  <a:off x="3876425" y="610023"/>
                  <a:ext cx="286276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1" name="矩形 280">
                  <a:extLst>
                    <a:ext uri="{FF2B5EF4-FFF2-40B4-BE49-F238E27FC236}">
                      <a16:creationId xmlns:a16="http://schemas.microsoft.com/office/drawing/2014/main" id="{E9F06B2F-9BD0-8DD4-16B9-DA212A9603F5}"/>
                    </a:ext>
                  </a:extLst>
                </p:cNvPr>
                <p:cNvSpPr/>
                <p:nvPr/>
              </p:nvSpPr>
              <p:spPr>
                <a:xfrm>
                  <a:off x="3900052" y="731203"/>
                  <a:ext cx="88463" cy="1447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82" name="直接箭头连接符 281">
                  <a:extLst>
                    <a:ext uri="{FF2B5EF4-FFF2-40B4-BE49-F238E27FC236}">
                      <a16:creationId xmlns:a16="http://schemas.microsoft.com/office/drawing/2014/main" id="{045D4206-C282-A004-B2AE-E09D3875E1C2}"/>
                    </a:ext>
                  </a:extLst>
                </p:cNvPr>
                <p:cNvCxnSpPr>
                  <a:cxnSpLocks/>
                  <a:stCxn id="269" idx="2"/>
                  <a:endCxn id="272" idx="0"/>
                </p:cNvCxnSpPr>
                <p:nvPr/>
              </p:nvCxnSpPr>
              <p:spPr>
                <a:xfrm>
                  <a:off x="3776769" y="344063"/>
                  <a:ext cx="0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83" name="矩形 282">
                  <a:extLst>
                    <a:ext uri="{FF2B5EF4-FFF2-40B4-BE49-F238E27FC236}">
                      <a16:creationId xmlns:a16="http://schemas.microsoft.com/office/drawing/2014/main" id="{A89F209C-76F4-25D6-3DD7-56A82B0DEDB5}"/>
                    </a:ext>
                  </a:extLst>
                </p:cNvPr>
                <p:cNvSpPr/>
                <p:nvPr/>
              </p:nvSpPr>
              <p:spPr>
                <a:xfrm>
                  <a:off x="3818472" y="598223"/>
                  <a:ext cx="88463" cy="1447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4" name="矩形 283">
                  <a:extLst>
                    <a:ext uri="{FF2B5EF4-FFF2-40B4-BE49-F238E27FC236}">
                      <a16:creationId xmlns:a16="http://schemas.microsoft.com/office/drawing/2014/main" id="{F66D9F93-2478-D447-86F6-8C20706B9A8B}"/>
                    </a:ext>
                  </a:extLst>
                </p:cNvPr>
                <p:cNvSpPr/>
                <p:nvPr/>
              </p:nvSpPr>
              <p:spPr>
                <a:xfrm>
                  <a:off x="4475159" y="199283"/>
                  <a:ext cx="249140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file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5" name="矩形 284">
                  <a:extLst>
                    <a:ext uri="{FF2B5EF4-FFF2-40B4-BE49-F238E27FC236}">
                      <a16:creationId xmlns:a16="http://schemas.microsoft.com/office/drawing/2014/main" id="{C6807EDC-6505-8D1F-3BFD-3574E55495CC}"/>
                    </a:ext>
                  </a:extLst>
                </p:cNvPr>
                <p:cNvSpPr/>
                <p:nvPr/>
              </p:nvSpPr>
              <p:spPr>
                <a:xfrm>
                  <a:off x="4475159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6" name="矩形 285">
                  <a:extLst>
                    <a:ext uri="{FF2B5EF4-FFF2-40B4-BE49-F238E27FC236}">
                      <a16:creationId xmlns:a16="http://schemas.microsoft.com/office/drawing/2014/main" id="{25A0F42A-C7FD-89EF-5C75-269036903517}"/>
                    </a:ext>
                  </a:extLst>
                </p:cNvPr>
                <p:cNvSpPr/>
                <p:nvPr/>
              </p:nvSpPr>
              <p:spPr>
                <a:xfrm>
                  <a:off x="4524987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7" name="矩形 286">
                  <a:extLst>
                    <a:ext uri="{FF2B5EF4-FFF2-40B4-BE49-F238E27FC236}">
                      <a16:creationId xmlns:a16="http://schemas.microsoft.com/office/drawing/2014/main" id="{416BEC1A-3459-C408-FE45-3BD8C76B1F0D}"/>
                    </a:ext>
                  </a:extLst>
                </p:cNvPr>
                <p:cNvSpPr/>
                <p:nvPr/>
              </p:nvSpPr>
              <p:spPr>
                <a:xfrm>
                  <a:off x="4574815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8" name="矩形 287">
                  <a:extLst>
                    <a:ext uri="{FF2B5EF4-FFF2-40B4-BE49-F238E27FC236}">
                      <a16:creationId xmlns:a16="http://schemas.microsoft.com/office/drawing/2014/main" id="{DEB309E6-4684-69E5-2F27-4A75331592D2}"/>
                    </a:ext>
                  </a:extLst>
                </p:cNvPr>
                <p:cNvSpPr/>
                <p:nvPr/>
              </p:nvSpPr>
              <p:spPr>
                <a:xfrm>
                  <a:off x="4624643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9" name="矩形 288">
                  <a:extLst>
                    <a:ext uri="{FF2B5EF4-FFF2-40B4-BE49-F238E27FC236}">
                      <a16:creationId xmlns:a16="http://schemas.microsoft.com/office/drawing/2014/main" id="{04B50728-A002-E6E3-E101-7331DDCCF469}"/>
                    </a:ext>
                  </a:extLst>
                </p:cNvPr>
                <p:cNvSpPr/>
                <p:nvPr/>
              </p:nvSpPr>
              <p:spPr>
                <a:xfrm>
                  <a:off x="4674471" y="465243"/>
                  <a:ext cx="49828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1" name="矩形 290">
                  <a:extLst>
                    <a:ext uri="{FF2B5EF4-FFF2-40B4-BE49-F238E27FC236}">
                      <a16:creationId xmlns:a16="http://schemas.microsoft.com/office/drawing/2014/main" id="{165FF23B-30DE-0135-66DD-42A468FCDB56}"/>
                    </a:ext>
                  </a:extLst>
                </p:cNvPr>
                <p:cNvSpPr/>
                <p:nvPr/>
              </p:nvSpPr>
              <p:spPr>
                <a:xfrm>
                  <a:off x="4477112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Data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2" name="矩形 291">
                  <a:extLst>
                    <a:ext uri="{FF2B5EF4-FFF2-40B4-BE49-F238E27FC236}">
                      <a16:creationId xmlns:a16="http://schemas.microsoft.com/office/drawing/2014/main" id="{A58449A5-7F93-BA41-7D82-D1E8688F2533}"/>
                    </a:ext>
                  </a:extLst>
                </p:cNvPr>
                <p:cNvSpPr/>
                <p:nvPr/>
              </p:nvSpPr>
              <p:spPr>
                <a:xfrm>
                  <a:off x="4774127" y="731203"/>
                  <a:ext cx="186141" cy="144780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Data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93" name="直接箭头连接符 292">
                  <a:extLst>
                    <a:ext uri="{FF2B5EF4-FFF2-40B4-BE49-F238E27FC236}">
                      <a16:creationId xmlns:a16="http://schemas.microsoft.com/office/drawing/2014/main" id="{ACAD1E56-65D0-6ABC-4234-4D4396CBC18C}"/>
                    </a:ext>
                  </a:extLst>
                </p:cNvPr>
                <p:cNvCxnSpPr>
                  <a:cxnSpLocks/>
                  <a:stCxn id="285" idx="2"/>
                  <a:endCxn id="277" idx="0"/>
                </p:cNvCxnSpPr>
                <p:nvPr/>
              </p:nvCxnSpPr>
              <p:spPr>
                <a:xfrm flipH="1">
                  <a:off x="4162701" y="610023"/>
                  <a:ext cx="337372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直接箭头连接符 293">
                  <a:extLst>
                    <a:ext uri="{FF2B5EF4-FFF2-40B4-BE49-F238E27FC236}">
                      <a16:creationId xmlns:a16="http://schemas.microsoft.com/office/drawing/2014/main" id="{32880F7B-51FE-3705-6E8F-6A8C3E9D5318}"/>
                    </a:ext>
                  </a:extLst>
                </p:cNvPr>
                <p:cNvCxnSpPr>
                  <a:cxnSpLocks/>
                  <a:stCxn id="286" idx="2"/>
                  <a:endCxn id="291" idx="0"/>
                </p:cNvCxnSpPr>
                <p:nvPr/>
              </p:nvCxnSpPr>
              <p:spPr>
                <a:xfrm>
                  <a:off x="4549901" y="610023"/>
                  <a:ext cx="20282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直接箭头连接符 294">
                  <a:extLst>
                    <a:ext uri="{FF2B5EF4-FFF2-40B4-BE49-F238E27FC236}">
                      <a16:creationId xmlns:a16="http://schemas.microsoft.com/office/drawing/2014/main" id="{05FED6A9-935A-6480-8A13-C1D308A6B8E0}"/>
                    </a:ext>
                  </a:extLst>
                </p:cNvPr>
                <p:cNvCxnSpPr>
                  <a:cxnSpLocks/>
                  <a:stCxn id="289" idx="2"/>
                  <a:endCxn id="292" idx="0"/>
                </p:cNvCxnSpPr>
                <p:nvPr/>
              </p:nvCxnSpPr>
              <p:spPr>
                <a:xfrm>
                  <a:off x="4699385" y="610023"/>
                  <a:ext cx="167813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矩形 295">
                  <a:extLst>
                    <a:ext uri="{FF2B5EF4-FFF2-40B4-BE49-F238E27FC236}">
                      <a16:creationId xmlns:a16="http://schemas.microsoft.com/office/drawing/2014/main" id="{FCB22F19-3244-C359-23F4-C595EEB953D4}"/>
                    </a:ext>
                  </a:extLst>
                </p:cNvPr>
                <p:cNvSpPr/>
                <p:nvPr/>
              </p:nvSpPr>
              <p:spPr>
                <a:xfrm>
                  <a:off x="4674020" y="731203"/>
                  <a:ext cx="88463" cy="1447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97" name="直接箭头连接符 296">
                  <a:extLst>
                    <a:ext uri="{FF2B5EF4-FFF2-40B4-BE49-F238E27FC236}">
                      <a16:creationId xmlns:a16="http://schemas.microsoft.com/office/drawing/2014/main" id="{6298C795-A9EA-3813-2AD4-379625C027D6}"/>
                    </a:ext>
                  </a:extLst>
                </p:cNvPr>
                <p:cNvCxnSpPr>
                  <a:cxnSpLocks/>
                  <a:stCxn id="284" idx="2"/>
                  <a:endCxn id="287" idx="0"/>
                </p:cNvCxnSpPr>
                <p:nvPr/>
              </p:nvCxnSpPr>
              <p:spPr>
                <a:xfrm>
                  <a:off x="4599729" y="344063"/>
                  <a:ext cx="0" cy="12118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8" name="矩形 297">
                  <a:extLst>
                    <a:ext uri="{FF2B5EF4-FFF2-40B4-BE49-F238E27FC236}">
                      <a16:creationId xmlns:a16="http://schemas.microsoft.com/office/drawing/2014/main" id="{D337F5A0-0EFB-338F-D5F6-C43C3EA37597}"/>
                    </a:ext>
                  </a:extLst>
                </p:cNvPr>
                <p:cNvSpPr/>
                <p:nvPr/>
              </p:nvSpPr>
              <p:spPr>
                <a:xfrm>
                  <a:off x="4615554" y="598223"/>
                  <a:ext cx="88463" cy="14478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5" name="矩形 394">
                  <a:extLst>
                    <a:ext uri="{FF2B5EF4-FFF2-40B4-BE49-F238E27FC236}">
                      <a16:creationId xmlns:a16="http://schemas.microsoft.com/office/drawing/2014/main" id="{F092A91F-145D-E92B-8930-1A0B9D53302A}"/>
                    </a:ext>
                  </a:extLst>
                </p:cNvPr>
                <p:cNvSpPr/>
                <p:nvPr/>
              </p:nvSpPr>
              <p:spPr>
                <a:xfrm>
                  <a:off x="4330689" y="1001869"/>
                  <a:ext cx="417458" cy="144780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FP3, Ref: 2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6" name="矩形 395">
                  <a:extLst>
                    <a:ext uri="{FF2B5EF4-FFF2-40B4-BE49-F238E27FC236}">
                      <a16:creationId xmlns:a16="http://schemas.microsoft.com/office/drawing/2014/main" id="{C22B87A9-5D06-9B03-3B81-D0D0B8332B99}"/>
                    </a:ext>
                  </a:extLst>
                </p:cNvPr>
                <p:cNvSpPr/>
                <p:nvPr/>
              </p:nvSpPr>
              <p:spPr>
                <a:xfrm>
                  <a:off x="3417504" y="1001869"/>
                  <a:ext cx="414852" cy="144780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FP1, Ref: 1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7" name="矩形 396">
                  <a:extLst>
                    <a:ext uri="{FF2B5EF4-FFF2-40B4-BE49-F238E27FC236}">
                      <a16:creationId xmlns:a16="http://schemas.microsoft.com/office/drawing/2014/main" id="{B4498807-CF9D-E9ED-03B5-D52124BA9BCD}"/>
                    </a:ext>
                  </a:extLst>
                </p:cNvPr>
                <p:cNvSpPr/>
                <p:nvPr/>
              </p:nvSpPr>
              <p:spPr>
                <a:xfrm>
                  <a:off x="3876708" y="1001869"/>
                  <a:ext cx="414853" cy="144780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FP2, Ref: 1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8" name="矩形 397">
                  <a:extLst>
                    <a:ext uri="{FF2B5EF4-FFF2-40B4-BE49-F238E27FC236}">
                      <a16:creationId xmlns:a16="http://schemas.microsoft.com/office/drawing/2014/main" id="{86140A4B-2A29-7557-44D3-16765ED3C8D7}"/>
                    </a:ext>
                  </a:extLst>
                </p:cNvPr>
                <p:cNvSpPr/>
                <p:nvPr/>
              </p:nvSpPr>
              <p:spPr>
                <a:xfrm>
                  <a:off x="4778341" y="1001869"/>
                  <a:ext cx="177713" cy="144780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···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99" name="直接箭头连接符 398">
                  <a:extLst>
                    <a:ext uri="{FF2B5EF4-FFF2-40B4-BE49-F238E27FC236}">
                      <a16:creationId xmlns:a16="http://schemas.microsoft.com/office/drawing/2014/main" id="{B3A88C03-A4A2-A8B4-C894-C33983781ADC}"/>
                    </a:ext>
                  </a:extLst>
                </p:cNvPr>
                <p:cNvCxnSpPr>
                  <a:cxnSpLocks/>
                  <a:stCxn id="396" idx="0"/>
                  <a:endCxn id="275" idx="2"/>
                </p:cNvCxnSpPr>
                <p:nvPr/>
              </p:nvCxnSpPr>
              <p:spPr>
                <a:xfrm flipH="1" flipV="1">
                  <a:off x="3513486" y="875983"/>
                  <a:ext cx="111444" cy="125886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直接箭头连接符 404">
                  <a:extLst>
                    <a:ext uri="{FF2B5EF4-FFF2-40B4-BE49-F238E27FC236}">
                      <a16:creationId xmlns:a16="http://schemas.microsoft.com/office/drawing/2014/main" id="{7CB35E9F-7C8D-C695-B64C-0623265E1FF6}"/>
                    </a:ext>
                  </a:extLst>
                </p:cNvPr>
                <p:cNvCxnSpPr>
                  <a:cxnSpLocks/>
                  <a:stCxn id="395" idx="0"/>
                  <a:endCxn id="277" idx="2"/>
                </p:cNvCxnSpPr>
                <p:nvPr/>
              </p:nvCxnSpPr>
              <p:spPr>
                <a:xfrm flipH="1" flipV="1">
                  <a:off x="4162701" y="875983"/>
                  <a:ext cx="376717" cy="125886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3" name="矩形: 圆角 472">
                <a:extLst>
                  <a:ext uri="{FF2B5EF4-FFF2-40B4-BE49-F238E27FC236}">
                    <a16:creationId xmlns:a16="http://schemas.microsoft.com/office/drawing/2014/main" id="{CB26400F-FA41-BA58-761E-C59369F01191}"/>
                  </a:ext>
                </a:extLst>
              </p:cNvPr>
              <p:cNvSpPr/>
              <p:nvPr/>
            </p:nvSpPr>
            <p:spPr>
              <a:xfrm>
                <a:off x="3304795" y="199282"/>
                <a:ext cx="1655040" cy="942661"/>
              </a:xfrm>
              <a:prstGeom prst="roundRect">
                <a:avLst>
                  <a:gd name="adj" fmla="val 7783"/>
                </a:avLst>
              </a:prstGeom>
              <a:noFill/>
              <a:ln w="6350">
                <a:noFill/>
                <a:prstDash val="dash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86" name="矩形 485">
              <a:extLst>
                <a:ext uri="{FF2B5EF4-FFF2-40B4-BE49-F238E27FC236}">
                  <a16:creationId xmlns:a16="http://schemas.microsoft.com/office/drawing/2014/main" id="{3A5FAF6B-171A-9DDA-F86D-18D6B824F4A4}"/>
                </a:ext>
              </a:extLst>
            </p:cNvPr>
            <p:cNvSpPr/>
            <p:nvPr/>
          </p:nvSpPr>
          <p:spPr>
            <a:xfrm>
              <a:off x="5319970" y="950117"/>
              <a:ext cx="500942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FP2P Entry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2" name="组合 491">
            <a:extLst>
              <a:ext uri="{FF2B5EF4-FFF2-40B4-BE49-F238E27FC236}">
                <a16:creationId xmlns:a16="http://schemas.microsoft.com/office/drawing/2014/main" id="{60647EEB-C2D9-835F-6B75-EDFB2E0586FE}"/>
              </a:ext>
            </a:extLst>
          </p:cNvPr>
          <p:cNvGrpSpPr/>
          <p:nvPr/>
        </p:nvGrpSpPr>
        <p:grpSpPr>
          <a:xfrm>
            <a:off x="2069643" y="208511"/>
            <a:ext cx="1655040" cy="942661"/>
            <a:chOff x="2069643" y="208511"/>
            <a:chExt cx="1655040" cy="942661"/>
          </a:xfrm>
        </p:grpSpPr>
        <p:grpSp>
          <p:nvGrpSpPr>
            <p:cNvPr id="487" name="组合 486">
              <a:extLst>
                <a:ext uri="{FF2B5EF4-FFF2-40B4-BE49-F238E27FC236}">
                  <a16:creationId xmlns:a16="http://schemas.microsoft.com/office/drawing/2014/main" id="{89765A8F-8DBF-C69B-79A8-76696106C5D2}"/>
                </a:ext>
              </a:extLst>
            </p:cNvPr>
            <p:cNvGrpSpPr/>
            <p:nvPr/>
          </p:nvGrpSpPr>
          <p:grpSpPr>
            <a:xfrm>
              <a:off x="2069643" y="208511"/>
              <a:ext cx="1655040" cy="942661"/>
              <a:chOff x="2069643" y="208511"/>
              <a:chExt cx="1655040" cy="942661"/>
            </a:xfrm>
          </p:grpSpPr>
          <p:grpSp>
            <p:nvGrpSpPr>
              <p:cNvPr id="477" name="组合 476">
                <a:extLst>
                  <a:ext uri="{FF2B5EF4-FFF2-40B4-BE49-F238E27FC236}">
                    <a16:creationId xmlns:a16="http://schemas.microsoft.com/office/drawing/2014/main" id="{6EBFF743-239A-9527-15E7-BB9C9914CF9F}"/>
                  </a:ext>
                </a:extLst>
              </p:cNvPr>
              <p:cNvGrpSpPr/>
              <p:nvPr/>
            </p:nvGrpSpPr>
            <p:grpSpPr>
              <a:xfrm>
                <a:off x="2069643" y="208511"/>
                <a:ext cx="1655040" cy="942661"/>
                <a:chOff x="1657988" y="199282"/>
                <a:chExt cx="1655040" cy="942661"/>
              </a:xfrm>
            </p:grpSpPr>
            <p:grpSp>
              <p:nvGrpSpPr>
                <p:cNvPr id="468" name="组合 467">
                  <a:extLst>
                    <a:ext uri="{FF2B5EF4-FFF2-40B4-BE49-F238E27FC236}">
                      <a16:creationId xmlns:a16="http://schemas.microsoft.com/office/drawing/2014/main" id="{A6E1DF2D-A6E5-7EB1-2738-8E0A8CB282E7}"/>
                    </a:ext>
                  </a:extLst>
                </p:cNvPr>
                <p:cNvGrpSpPr/>
                <p:nvPr/>
              </p:nvGrpSpPr>
              <p:grpSpPr>
                <a:xfrm>
                  <a:off x="1699022" y="199283"/>
                  <a:ext cx="1539853" cy="942660"/>
                  <a:chOff x="1778679" y="199283"/>
                  <a:chExt cx="1539853" cy="942660"/>
                </a:xfrm>
              </p:grpSpPr>
              <p:cxnSp>
                <p:nvCxnSpPr>
                  <p:cNvPr id="357" name="直接箭头连接符 356">
                    <a:extLst>
                      <a:ext uri="{FF2B5EF4-FFF2-40B4-BE49-F238E27FC236}">
                        <a16:creationId xmlns:a16="http://schemas.microsoft.com/office/drawing/2014/main" id="{EEBE0385-6EF0-F033-0D06-A3E0DB0D1297}"/>
                      </a:ext>
                    </a:extLst>
                  </p:cNvPr>
                  <p:cNvCxnSpPr>
                    <a:cxnSpLocks/>
                    <a:stCxn id="356" idx="0"/>
                    <a:endCxn id="246" idx="2"/>
                  </p:cNvCxnSpPr>
                  <p:nvPr/>
                </p:nvCxnSpPr>
                <p:spPr>
                  <a:xfrm flipH="1" flipV="1">
                    <a:off x="2105487" y="875983"/>
                    <a:ext cx="340640" cy="121180"/>
                  </a:xfrm>
                  <a:prstGeom prst="straightConnector1">
                    <a:avLst/>
                  </a:prstGeom>
                  <a:ln w="6350">
                    <a:tailEnd type="triangle" w="sm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9" name="矩形 238">
                    <a:extLst>
                      <a:ext uri="{FF2B5EF4-FFF2-40B4-BE49-F238E27FC236}">
                        <a16:creationId xmlns:a16="http://schemas.microsoft.com/office/drawing/2014/main" id="{F34E5563-FDC4-64FB-AF1F-1CE922A3DF37}"/>
                      </a:ext>
                    </a:extLst>
                  </p:cNvPr>
                  <p:cNvSpPr/>
                  <p:nvPr/>
                </p:nvSpPr>
                <p:spPr>
                  <a:xfrm>
                    <a:off x="2692681" y="997163"/>
                    <a:ext cx="41745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FP3, Ref: 2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0" name="矩形 239">
                    <a:extLst>
                      <a:ext uri="{FF2B5EF4-FFF2-40B4-BE49-F238E27FC236}">
                        <a16:creationId xmlns:a16="http://schemas.microsoft.com/office/drawing/2014/main" id="{0908A5C0-0B88-4255-79C2-67209D92A09E}"/>
                      </a:ext>
                    </a:extLst>
                  </p:cNvPr>
                  <p:cNvSpPr/>
                  <p:nvPr/>
                </p:nvSpPr>
                <p:spPr>
                  <a:xfrm>
                    <a:off x="2010463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1" name="矩形 240">
                    <a:extLst>
                      <a:ext uri="{FF2B5EF4-FFF2-40B4-BE49-F238E27FC236}">
                        <a16:creationId xmlns:a16="http://schemas.microsoft.com/office/drawing/2014/main" id="{84CCE2FC-4ABE-508D-E9B6-3AE9C996747A}"/>
                      </a:ext>
                    </a:extLst>
                  </p:cNvPr>
                  <p:cNvSpPr/>
                  <p:nvPr/>
                </p:nvSpPr>
                <p:spPr>
                  <a:xfrm>
                    <a:off x="2060291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2" name="矩形 241">
                    <a:extLst>
                      <a:ext uri="{FF2B5EF4-FFF2-40B4-BE49-F238E27FC236}">
                        <a16:creationId xmlns:a16="http://schemas.microsoft.com/office/drawing/2014/main" id="{13675E6E-2803-8E4B-B8D0-C167B5FA7125}"/>
                      </a:ext>
                    </a:extLst>
                  </p:cNvPr>
                  <p:cNvSpPr/>
                  <p:nvPr/>
                </p:nvSpPr>
                <p:spPr>
                  <a:xfrm>
                    <a:off x="2110119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3" name="矩形 242">
                    <a:extLst>
                      <a:ext uri="{FF2B5EF4-FFF2-40B4-BE49-F238E27FC236}">
                        <a16:creationId xmlns:a16="http://schemas.microsoft.com/office/drawing/2014/main" id="{503DCDF3-47DD-5220-40BB-12F19D9BABC5}"/>
                      </a:ext>
                    </a:extLst>
                  </p:cNvPr>
                  <p:cNvSpPr/>
                  <p:nvPr/>
                </p:nvSpPr>
                <p:spPr>
                  <a:xfrm>
                    <a:off x="2159947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4" name="矩形 243">
                    <a:extLst>
                      <a:ext uri="{FF2B5EF4-FFF2-40B4-BE49-F238E27FC236}">
                        <a16:creationId xmlns:a16="http://schemas.microsoft.com/office/drawing/2014/main" id="{6F626867-6CF1-7F6E-8091-6075E3F97809}"/>
                      </a:ext>
                    </a:extLst>
                  </p:cNvPr>
                  <p:cNvSpPr/>
                  <p:nvPr/>
                </p:nvSpPr>
                <p:spPr>
                  <a:xfrm>
                    <a:off x="2209775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5" name="矩形 244">
                    <a:extLst>
                      <a:ext uri="{FF2B5EF4-FFF2-40B4-BE49-F238E27FC236}">
                        <a16:creationId xmlns:a16="http://schemas.microsoft.com/office/drawing/2014/main" id="{EF6E7180-61D9-EA52-8761-48A0B2790C7A}"/>
                      </a:ext>
                    </a:extLst>
                  </p:cNvPr>
                  <p:cNvSpPr/>
                  <p:nvPr/>
                </p:nvSpPr>
                <p:spPr>
                  <a:xfrm>
                    <a:off x="1778679" y="731203"/>
                    <a:ext cx="186141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D1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6" name="矩形 245">
                    <a:extLst>
                      <a:ext uri="{FF2B5EF4-FFF2-40B4-BE49-F238E27FC236}">
                        <a16:creationId xmlns:a16="http://schemas.microsoft.com/office/drawing/2014/main" id="{F4F0A80F-ABBC-4AF5-65B4-48646646E10A}"/>
                      </a:ext>
                    </a:extLst>
                  </p:cNvPr>
                  <p:cNvSpPr/>
                  <p:nvPr/>
                </p:nvSpPr>
                <p:spPr>
                  <a:xfrm>
                    <a:off x="2012416" y="731203"/>
                    <a:ext cx="186141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D2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47" name="矩形 246">
                    <a:extLst>
                      <a:ext uri="{FF2B5EF4-FFF2-40B4-BE49-F238E27FC236}">
                        <a16:creationId xmlns:a16="http://schemas.microsoft.com/office/drawing/2014/main" id="{7E09C581-A884-6005-71AF-3E55EA7523B8}"/>
                      </a:ext>
                    </a:extLst>
                  </p:cNvPr>
                  <p:cNvSpPr/>
                  <p:nvPr/>
                </p:nvSpPr>
                <p:spPr>
                  <a:xfrm>
                    <a:off x="2354802" y="731203"/>
                    <a:ext cx="186141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D3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248" name="直接箭头连接符 247">
                    <a:extLst>
                      <a:ext uri="{FF2B5EF4-FFF2-40B4-BE49-F238E27FC236}">
                        <a16:creationId xmlns:a16="http://schemas.microsoft.com/office/drawing/2014/main" id="{31B5A7AC-DE01-B140-D7D0-A8D968EFA5D7}"/>
                      </a:ext>
                    </a:extLst>
                  </p:cNvPr>
                  <p:cNvCxnSpPr>
                    <a:cxnSpLocks/>
                    <a:stCxn id="240" idx="2"/>
                    <a:endCxn id="245" idx="0"/>
                  </p:cNvCxnSpPr>
                  <p:nvPr/>
                </p:nvCxnSpPr>
                <p:spPr>
                  <a:xfrm flipH="1">
                    <a:off x="1871750" y="610023"/>
                    <a:ext cx="163627" cy="121180"/>
                  </a:xfrm>
                  <a:prstGeom prst="straightConnector1">
                    <a:avLst/>
                  </a:prstGeom>
                  <a:ln w="6350">
                    <a:tailEnd type="triangle" w="sm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9" name="直接箭头连接符 248">
                    <a:extLst>
                      <a:ext uri="{FF2B5EF4-FFF2-40B4-BE49-F238E27FC236}">
                        <a16:creationId xmlns:a16="http://schemas.microsoft.com/office/drawing/2014/main" id="{DDA2EA0C-705C-419E-E1DE-458E656E1DE5}"/>
                      </a:ext>
                    </a:extLst>
                  </p:cNvPr>
                  <p:cNvCxnSpPr>
                    <a:cxnSpLocks/>
                    <a:stCxn id="241" idx="2"/>
                    <a:endCxn id="246" idx="0"/>
                  </p:cNvCxnSpPr>
                  <p:nvPr/>
                </p:nvCxnSpPr>
                <p:spPr>
                  <a:xfrm>
                    <a:off x="2085205" y="610023"/>
                    <a:ext cx="20282" cy="121180"/>
                  </a:xfrm>
                  <a:prstGeom prst="straightConnector1">
                    <a:avLst/>
                  </a:prstGeom>
                  <a:ln w="6350">
                    <a:tailEnd type="triangle" w="sm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1" name="矩形 250">
                    <a:extLst>
                      <a:ext uri="{FF2B5EF4-FFF2-40B4-BE49-F238E27FC236}">
                        <a16:creationId xmlns:a16="http://schemas.microsoft.com/office/drawing/2014/main" id="{3C8ED4A0-DA6F-DA53-6B98-9D8B08132324}"/>
                      </a:ext>
                    </a:extLst>
                  </p:cNvPr>
                  <p:cNvSpPr/>
                  <p:nvPr/>
                </p:nvSpPr>
                <p:spPr>
                  <a:xfrm>
                    <a:off x="2209324" y="731203"/>
                    <a:ext cx="88463" cy="14478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···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252" name="直接箭头连接符 251">
                    <a:extLst>
                      <a:ext uri="{FF2B5EF4-FFF2-40B4-BE49-F238E27FC236}">
                        <a16:creationId xmlns:a16="http://schemas.microsoft.com/office/drawing/2014/main" id="{9DD9460A-FA3F-1C11-8878-74AC75374F76}"/>
                      </a:ext>
                    </a:extLst>
                  </p:cNvPr>
                  <p:cNvCxnSpPr>
                    <a:cxnSpLocks/>
                    <a:stCxn id="239" idx="0"/>
                    <a:endCxn id="247" idx="2"/>
                  </p:cNvCxnSpPr>
                  <p:nvPr/>
                </p:nvCxnSpPr>
                <p:spPr>
                  <a:xfrm flipH="1" flipV="1">
                    <a:off x="2447873" y="875983"/>
                    <a:ext cx="453537" cy="121180"/>
                  </a:xfrm>
                  <a:prstGeom prst="straightConnector1">
                    <a:avLst/>
                  </a:prstGeom>
                  <a:ln w="6350">
                    <a:tailEnd type="triangle" w="sm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3" name="矩形 252">
                    <a:extLst>
                      <a:ext uri="{FF2B5EF4-FFF2-40B4-BE49-F238E27FC236}">
                        <a16:creationId xmlns:a16="http://schemas.microsoft.com/office/drawing/2014/main" id="{83C41BC4-D9A9-A33B-C922-C257C29AD930}"/>
                      </a:ext>
                    </a:extLst>
                  </p:cNvPr>
                  <p:cNvSpPr/>
                  <p:nvPr/>
                </p:nvSpPr>
                <p:spPr>
                  <a:xfrm>
                    <a:off x="2150858" y="598223"/>
                    <a:ext cx="88463" cy="14478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···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5" name="矩形 254">
                    <a:extLst>
                      <a:ext uri="{FF2B5EF4-FFF2-40B4-BE49-F238E27FC236}">
                        <a16:creationId xmlns:a16="http://schemas.microsoft.com/office/drawing/2014/main" id="{78367B7A-F476-D6A0-4C46-0CAE92FD085B}"/>
                      </a:ext>
                    </a:extLst>
                  </p:cNvPr>
                  <p:cNvSpPr/>
                  <p:nvPr/>
                </p:nvSpPr>
                <p:spPr>
                  <a:xfrm>
                    <a:off x="2833423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6" name="矩形 255">
                    <a:extLst>
                      <a:ext uri="{FF2B5EF4-FFF2-40B4-BE49-F238E27FC236}">
                        <a16:creationId xmlns:a16="http://schemas.microsoft.com/office/drawing/2014/main" id="{F6943E31-6F16-ED22-C58C-7E055E6920B3}"/>
                      </a:ext>
                    </a:extLst>
                  </p:cNvPr>
                  <p:cNvSpPr/>
                  <p:nvPr/>
                </p:nvSpPr>
                <p:spPr>
                  <a:xfrm>
                    <a:off x="2883251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7" name="矩形 256">
                    <a:extLst>
                      <a:ext uri="{FF2B5EF4-FFF2-40B4-BE49-F238E27FC236}">
                        <a16:creationId xmlns:a16="http://schemas.microsoft.com/office/drawing/2014/main" id="{7F3AF083-5404-5213-2AE6-624E29F50B3A}"/>
                      </a:ext>
                    </a:extLst>
                  </p:cNvPr>
                  <p:cNvSpPr/>
                  <p:nvPr/>
                </p:nvSpPr>
                <p:spPr>
                  <a:xfrm>
                    <a:off x="2933079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8" name="矩形 257">
                    <a:extLst>
                      <a:ext uri="{FF2B5EF4-FFF2-40B4-BE49-F238E27FC236}">
                        <a16:creationId xmlns:a16="http://schemas.microsoft.com/office/drawing/2014/main" id="{09D59B46-B318-2EF5-239F-CB2F9558C62E}"/>
                      </a:ext>
                    </a:extLst>
                  </p:cNvPr>
                  <p:cNvSpPr/>
                  <p:nvPr/>
                </p:nvSpPr>
                <p:spPr>
                  <a:xfrm>
                    <a:off x="2982907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9" name="矩形 258">
                    <a:extLst>
                      <a:ext uri="{FF2B5EF4-FFF2-40B4-BE49-F238E27FC236}">
                        <a16:creationId xmlns:a16="http://schemas.microsoft.com/office/drawing/2014/main" id="{59E8B50C-AA14-4A15-1096-F0E2A44D47A7}"/>
                      </a:ext>
                    </a:extLst>
                  </p:cNvPr>
                  <p:cNvSpPr/>
                  <p:nvPr/>
                </p:nvSpPr>
                <p:spPr>
                  <a:xfrm>
                    <a:off x="3032735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1" name="矩形 260">
                    <a:extLst>
                      <a:ext uri="{FF2B5EF4-FFF2-40B4-BE49-F238E27FC236}">
                        <a16:creationId xmlns:a16="http://schemas.microsoft.com/office/drawing/2014/main" id="{D2C0D891-DB7E-342E-89B8-17D2DE3AC191}"/>
                      </a:ext>
                    </a:extLst>
                  </p:cNvPr>
                  <p:cNvSpPr/>
                  <p:nvPr/>
                </p:nvSpPr>
                <p:spPr>
                  <a:xfrm>
                    <a:off x="2835376" y="731203"/>
                    <a:ext cx="186141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Data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2" name="矩形 261">
                    <a:extLst>
                      <a:ext uri="{FF2B5EF4-FFF2-40B4-BE49-F238E27FC236}">
                        <a16:creationId xmlns:a16="http://schemas.microsoft.com/office/drawing/2014/main" id="{9C6988FC-A124-ECE1-B90D-43FC6816094C}"/>
                      </a:ext>
                    </a:extLst>
                  </p:cNvPr>
                  <p:cNvSpPr/>
                  <p:nvPr/>
                </p:nvSpPr>
                <p:spPr>
                  <a:xfrm>
                    <a:off x="3132391" y="731203"/>
                    <a:ext cx="186141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Data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263" name="直接箭头连接符 262">
                    <a:extLst>
                      <a:ext uri="{FF2B5EF4-FFF2-40B4-BE49-F238E27FC236}">
                        <a16:creationId xmlns:a16="http://schemas.microsoft.com/office/drawing/2014/main" id="{C822B423-AA47-8E69-BA54-0C9D12FECF85}"/>
                      </a:ext>
                    </a:extLst>
                  </p:cNvPr>
                  <p:cNvCxnSpPr>
                    <a:cxnSpLocks/>
                    <a:stCxn id="255" idx="2"/>
                    <a:endCxn id="247" idx="0"/>
                  </p:cNvCxnSpPr>
                  <p:nvPr/>
                </p:nvCxnSpPr>
                <p:spPr>
                  <a:xfrm flipH="1">
                    <a:off x="2447873" y="610023"/>
                    <a:ext cx="410464" cy="121180"/>
                  </a:xfrm>
                  <a:prstGeom prst="straightConnector1">
                    <a:avLst/>
                  </a:prstGeom>
                  <a:ln w="6350">
                    <a:tailEnd type="triangle" w="sm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" name="直接箭头连接符 263">
                    <a:extLst>
                      <a:ext uri="{FF2B5EF4-FFF2-40B4-BE49-F238E27FC236}">
                        <a16:creationId xmlns:a16="http://schemas.microsoft.com/office/drawing/2014/main" id="{7E62FBB3-1EC7-0001-789A-B9BACA6C6225}"/>
                      </a:ext>
                    </a:extLst>
                  </p:cNvPr>
                  <p:cNvCxnSpPr>
                    <a:cxnSpLocks/>
                    <a:stCxn id="256" idx="2"/>
                    <a:endCxn id="261" idx="0"/>
                  </p:cNvCxnSpPr>
                  <p:nvPr/>
                </p:nvCxnSpPr>
                <p:spPr>
                  <a:xfrm>
                    <a:off x="2908165" y="610023"/>
                    <a:ext cx="20282" cy="121180"/>
                  </a:xfrm>
                  <a:prstGeom prst="straightConnector1">
                    <a:avLst/>
                  </a:prstGeom>
                  <a:ln w="6350">
                    <a:tailEnd type="triangle" w="sm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" name="直接箭头连接符 264">
                    <a:extLst>
                      <a:ext uri="{FF2B5EF4-FFF2-40B4-BE49-F238E27FC236}">
                        <a16:creationId xmlns:a16="http://schemas.microsoft.com/office/drawing/2014/main" id="{C7F5AD7D-87E0-E01D-2DE6-39F3DB51D786}"/>
                      </a:ext>
                    </a:extLst>
                  </p:cNvPr>
                  <p:cNvCxnSpPr>
                    <a:cxnSpLocks/>
                    <a:stCxn id="259" idx="2"/>
                    <a:endCxn id="262" idx="0"/>
                  </p:cNvCxnSpPr>
                  <p:nvPr/>
                </p:nvCxnSpPr>
                <p:spPr>
                  <a:xfrm>
                    <a:off x="3057649" y="610023"/>
                    <a:ext cx="167813" cy="121180"/>
                  </a:xfrm>
                  <a:prstGeom prst="straightConnector1">
                    <a:avLst/>
                  </a:prstGeom>
                  <a:ln w="6350">
                    <a:tailEnd type="triangle" w="sm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6" name="矩形 265">
                    <a:extLst>
                      <a:ext uri="{FF2B5EF4-FFF2-40B4-BE49-F238E27FC236}">
                        <a16:creationId xmlns:a16="http://schemas.microsoft.com/office/drawing/2014/main" id="{56974E3C-E620-57A6-AECA-9AF2F652BFBA}"/>
                      </a:ext>
                    </a:extLst>
                  </p:cNvPr>
                  <p:cNvSpPr/>
                  <p:nvPr/>
                </p:nvSpPr>
                <p:spPr>
                  <a:xfrm>
                    <a:off x="3032284" y="731203"/>
                    <a:ext cx="88463" cy="14478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···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8" name="矩形 267">
                    <a:extLst>
                      <a:ext uri="{FF2B5EF4-FFF2-40B4-BE49-F238E27FC236}">
                        <a16:creationId xmlns:a16="http://schemas.microsoft.com/office/drawing/2014/main" id="{1F2D217E-C511-1354-BE11-964D42DDE95E}"/>
                      </a:ext>
                    </a:extLst>
                  </p:cNvPr>
                  <p:cNvSpPr/>
                  <p:nvPr/>
                </p:nvSpPr>
                <p:spPr>
                  <a:xfrm>
                    <a:off x="2973818" y="598223"/>
                    <a:ext cx="88463" cy="14478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···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34" name="直接箭头连接符 333">
                    <a:extLst>
                      <a:ext uri="{FF2B5EF4-FFF2-40B4-BE49-F238E27FC236}">
                        <a16:creationId xmlns:a16="http://schemas.microsoft.com/office/drawing/2014/main" id="{C05D5883-A9B8-572B-007A-084427CBBE53}"/>
                      </a:ext>
                    </a:extLst>
                  </p:cNvPr>
                  <p:cNvCxnSpPr>
                    <a:cxnSpLocks/>
                    <a:stCxn id="374" idx="2"/>
                    <a:endCxn id="247" idx="0"/>
                  </p:cNvCxnSpPr>
                  <p:nvPr/>
                </p:nvCxnSpPr>
                <p:spPr>
                  <a:xfrm>
                    <a:off x="2329900" y="610023"/>
                    <a:ext cx="117973" cy="121180"/>
                  </a:xfrm>
                  <a:prstGeom prst="straightConnector1">
                    <a:avLst/>
                  </a:prstGeom>
                  <a:ln w="6350">
                    <a:tailEnd type="triangle" w="sm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0" name="矩形 349">
                    <a:extLst>
                      <a:ext uri="{FF2B5EF4-FFF2-40B4-BE49-F238E27FC236}">
                        <a16:creationId xmlns:a16="http://schemas.microsoft.com/office/drawing/2014/main" id="{A9A4E9B7-5DCE-AFE7-29CC-2B82537A783B}"/>
                      </a:ext>
                    </a:extLst>
                  </p:cNvPr>
                  <p:cNvSpPr/>
                  <p:nvPr/>
                </p:nvSpPr>
                <p:spPr>
                  <a:xfrm>
                    <a:off x="1779496" y="997163"/>
                    <a:ext cx="414852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FP1, Ref: 1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351" name="直接箭头连接符 350">
                    <a:extLst>
                      <a:ext uri="{FF2B5EF4-FFF2-40B4-BE49-F238E27FC236}">
                        <a16:creationId xmlns:a16="http://schemas.microsoft.com/office/drawing/2014/main" id="{7C2F720A-2432-D2CC-2C6D-9CAEC81D0840}"/>
                      </a:ext>
                    </a:extLst>
                  </p:cNvPr>
                  <p:cNvCxnSpPr>
                    <a:cxnSpLocks/>
                    <a:stCxn id="350" idx="0"/>
                    <a:endCxn id="245" idx="2"/>
                  </p:cNvCxnSpPr>
                  <p:nvPr/>
                </p:nvCxnSpPr>
                <p:spPr>
                  <a:xfrm flipH="1" flipV="1">
                    <a:off x="1871750" y="875983"/>
                    <a:ext cx="115172" cy="121180"/>
                  </a:xfrm>
                  <a:prstGeom prst="straightConnector1">
                    <a:avLst/>
                  </a:prstGeom>
                  <a:ln w="6350">
                    <a:tailEnd type="triangle" w="sm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6" name="矩形 355">
                    <a:extLst>
                      <a:ext uri="{FF2B5EF4-FFF2-40B4-BE49-F238E27FC236}">
                        <a16:creationId xmlns:a16="http://schemas.microsoft.com/office/drawing/2014/main" id="{B4F9D429-7CE3-303C-23C7-2DB79E761DE5}"/>
                      </a:ext>
                    </a:extLst>
                  </p:cNvPr>
                  <p:cNvSpPr/>
                  <p:nvPr/>
                </p:nvSpPr>
                <p:spPr>
                  <a:xfrm>
                    <a:off x="2238700" y="997163"/>
                    <a:ext cx="414853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FP2, Ref: 1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8" name="矩形 367">
                    <a:extLst>
                      <a:ext uri="{FF2B5EF4-FFF2-40B4-BE49-F238E27FC236}">
                        <a16:creationId xmlns:a16="http://schemas.microsoft.com/office/drawing/2014/main" id="{6B3B72C9-2F44-148F-8110-6D9F16E585EC}"/>
                      </a:ext>
                    </a:extLst>
                  </p:cNvPr>
                  <p:cNvSpPr/>
                  <p:nvPr/>
                </p:nvSpPr>
                <p:spPr>
                  <a:xfrm>
                    <a:off x="3140333" y="997163"/>
                    <a:ext cx="177713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···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3" name="矩形 372">
                    <a:extLst>
                      <a:ext uri="{FF2B5EF4-FFF2-40B4-BE49-F238E27FC236}">
                        <a16:creationId xmlns:a16="http://schemas.microsoft.com/office/drawing/2014/main" id="{58679CD3-925B-C715-DD32-FEB55398AB4F}"/>
                      </a:ext>
                    </a:extLst>
                  </p:cNvPr>
                  <p:cNvSpPr/>
                  <p:nvPr/>
                </p:nvSpPr>
                <p:spPr>
                  <a:xfrm>
                    <a:off x="2256223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4" name="矩形 373">
                    <a:extLst>
                      <a:ext uri="{FF2B5EF4-FFF2-40B4-BE49-F238E27FC236}">
                        <a16:creationId xmlns:a16="http://schemas.microsoft.com/office/drawing/2014/main" id="{6CB0B3BB-E1F2-B47A-E42F-14B11E864EE1}"/>
                      </a:ext>
                    </a:extLst>
                  </p:cNvPr>
                  <p:cNvSpPr/>
                  <p:nvPr/>
                </p:nvSpPr>
                <p:spPr>
                  <a:xfrm>
                    <a:off x="2304986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5" name="矩形 374">
                    <a:extLst>
                      <a:ext uri="{FF2B5EF4-FFF2-40B4-BE49-F238E27FC236}">
                        <a16:creationId xmlns:a16="http://schemas.microsoft.com/office/drawing/2014/main" id="{02B29385-72A1-F23F-2616-0F33DCD7A4D2}"/>
                      </a:ext>
                    </a:extLst>
                  </p:cNvPr>
                  <p:cNvSpPr/>
                  <p:nvPr/>
                </p:nvSpPr>
                <p:spPr>
                  <a:xfrm>
                    <a:off x="2353698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6" name="矩形 375">
                    <a:extLst>
                      <a:ext uri="{FF2B5EF4-FFF2-40B4-BE49-F238E27FC236}">
                        <a16:creationId xmlns:a16="http://schemas.microsoft.com/office/drawing/2014/main" id="{31E2C314-DCA9-DAD2-77FF-6CBAD11C47A6}"/>
                      </a:ext>
                    </a:extLst>
                  </p:cNvPr>
                  <p:cNvSpPr/>
                  <p:nvPr/>
                </p:nvSpPr>
                <p:spPr>
                  <a:xfrm>
                    <a:off x="2399612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7" name="矩形 376">
                    <a:extLst>
                      <a:ext uri="{FF2B5EF4-FFF2-40B4-BE49-F238E27FC236}">
                        <a16:creationId xmlns:a16="http://schemas.microsoft.com/office/drawing/2014/main" id="{6E8D79CB-8022-198C-CFA0-68B50CD4E365}"/>
                      </a:ext>
                    </a:extLst>
                  </p:cNvPr>
                  <p:cNvSpPr/>
                  <p:nvPr/>
                </p:nvSpPr>
                <p:spPr>
                  <a:xfrm>
                    <a:off x="2448862" y="465243"/>
                    <a:ext cx="49828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8" name="矩形 377">
                    <a:extLst>
                      <a:ext uri="{FF2B5EF4-FFF2-40B4-BE49-F238E27FC236}">
                        <a16:creationId xmlns:a16="http://schemas.microsoft.com/office/drawing/2014/main" id="{2BBEB08F-57C3-7F7C-C87A-4F68F5F52D91}"/>
                      </a:ext>
                    </a:extLst>
                  </p:cNvPr>
                  <p:cNvSpPr/>
                  <p:nvPr/>
                </p:nvSpPr>
                <p:spPr>
                  <a:xfrm>
                    <a:off x="2498112" y="465243"/>
                    <a:ext cx="337264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······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0" name="矩形 429">
                    <a:extLst>
                      <a:ext uri="{FF2B5EF4-FFF2-40B4-BE49-F238E27FC236}">
                        <a16:creationId xmlns:a16="http://schemas.microsoft.com/office/drawing/2014/main" id="{9DE3EFBD-1B42-4641-46F5-3C8ACF22CDE1}"/>
                      </a:ext>
                    </a:extLst>
                  </p:cNvPr>
                  <p:cNvSpPr/>
                  <p:nvPr/>
                </p:nvSpPr>
                <p:spPr>
                  <a:xfrm>
                    <a:off x="2012826" y="199283"/>
                    <a:ext cx="1065552" cy="144780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altLang="zh-CN" sz="700" dirty="0">
                        <a:solidFill>
                          <a:schemeClr val="tx1"/>
                        </a:solidFill>
                      </a:rPr>
                      <a:t>Flat Address Space</a:t>
                    </a:r>
                    <a:endParaRPr lang="zh-CN" altLang="en-US" sz="700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431" name="直接箭头连接符 430">
                    <a:extLst>
                      <a:ext uri="{FF2B5EF4-FFF2-40B4-BE49-F238E27FC236}">
                        <a16:creationId xmlns:a16="http://schemas.microsoft.com/office/drawing/2014/main" id="{F718E088-71CE-38B9-CECA-7CBC61587FEA}"/>
                      </a:ext>
                    </a:extLst>
                  </p:cNvPr>
                  <p:cNvCxnSpPr>
                    <a:cxnSpLocks/>
                    <a:stCxn id="430" idx="2"/>
                  </p:cNvCxnSpPr>
                  <p:nvPr/>
                </p:nvCxnSpPr>
                <p:spPr>
                  <a:xfrm flipH="1">
                    <a:off x="2545080" y="344063"/>
                    <a:ext cx="522" cy="116947"/>
                  </a:xfrm>
                  <a:prstGeom prst="straightConnector1">
                    <a:avLst/>
                  </a:prstGeom>
                  <a:ln w="6350">
                    <a:tailEnd type="triangle" w="sm" len="sm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72" name="矩形: 圆角 471">
                  <a:extLst>
                    <a:ext uri="{FF2B5EF4-FFF2-40B4-BE49-F238E27FC236}">
                      <a16:creationId xmlns:a16="http://schemas.microsoft.com/office/drawing/2014/main" id="{685655EB-C6E1-D090-A49E-67F2B3D71B0E}"/>
                    </a:ext>
                  </a:extLst>
                </p:cNvPr>
                <p:cNvSpPr/>
                <p:nvPr/>
              </p:nvSpPr>
              <p:spPr>
                <a:xfrm>
                  <a:off x="1657988" y="199282"/>
                  <a:ext cx="1655040" cy="942661"/>
                </a:xfrm>
                <a:prstGeom prst="roundRect">
                  <a:avLst>
                    <a:gd name="adj" fmla="val 7783"/>
                  </a:avLst>
                </a:prstGeom>
                <a:noFill/>
                <a:ln w="6350">
                  <a:noFill/>
                  <a:prstDash val="dash"/>
                  <a:tailEnd type="non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800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485" name="矩形 484">
                <a:extLst>
                  <a:ext uri="{FF2B5EF4-FFF2-40B4-BE49-F238E27FC236}">
                    <a16:creationId xmlns:a16="http://schemas.microsoft.com/office/drawing/2014/main" id="{1BA5828F-F875-1EEF-3088-CB7D03765A3B}"/>
                  </a:ext>
                </a:extLst>
              </p:cNvPr>
              <p:cNvSpPr/>
              <p:nvPr/>
            </p:nvSpPr>
            <p:spPr>
              <a:xfrm>
                <a:off x="3161078" y="872155"/>
                <a:ext cx="500942" cy="136602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FP2P Entry</a:t>
                </a:r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90" name="矩形 489">
              <a:extLst>
                <a:ext uri="{FF2B5EF4-FFF2-40B4-BE49-F238E27FC236}">
                  <a16:creationId xmlns:a16="http://schemas.microsoft.com/office/drawing/2014/main" id="{2243CECE-D6CD-6CAC-691C-CD58AE38EC08}"/>
                </a:ext>
              </a:extLst>
            </p:cNvPr>
            <p:cNvSpPr/>
            <p:nvPr/>
          </p:nvSpPr>
          <p:spPr>
            <a:xfrm>
              <a:off x="2928371" y="350166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L2P Entry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491" name="矩形 490">
            <a:extLst>
              <a:ext uri="{FF2B5EF4-FFF2-40B4-BE49-F238E27FC236}">
                <a16:creationId xmlns:a16="http://schemas.microsoft.com/office/drawing/2014/main" id="{523F1CE8-9F4A-3508-4523-D5B4324DA6FF}"/>
              </a:ext>
            </a:extLst>
          </p:cNvPr>
          <p:cNvSpPr/>
          <p:nvPr/>
        </p:nvSpPr>
        <p:spPr>
          <a:xfrm>
            <a:off x="4755247" y="550951"/>
            <a:ext cx="551457" cy="13660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L2P Entry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830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组合 557">
            <a:extLst>
              <a:ext uri="{FF2B5EF4-FFF2-40B4-BE49-F238E27FC236}">
                <a16:creationId xmlns:a16="http://schemas.microsoft.com/office/drawing/2014/main" id="{061FB7B6-EDC3-8343-E4BC-85C0B3011DFA}"/>
              </a:ext>
            </a:extLst>
          </p:cNvPr>
          <p:cNvGrpSpPr/>
          <p:nvPr/>
        </p:nvGrpSpPr>
        <p:grpSpPr>
          <a:xfrm>
            <a:off x="150503" y="182364"/>
            <a:ext cx="6093153" cy="1901035"/>
            <a:chOff x="150503" y="182364"/>
            <a:chExt cx="6093153" cy="1901035"/>
          </a:xfrm>
        </p:grpSpPr>
        <p:sp>
          <p:nvSpPr>
            <p:cNvPr id="383" name="矩形 382">
              <a:extLst>
                <a:ext uri="{FF2B5EF4-FFF2-40B4-BE49-F238E27FC236}">
                  <a16:creationId xmlns:a16="http://schemas.microsoft.com/office/drawing/2014/main" id="{5B3A7F35-BEC5-D626-A70E-B6B03D29BB5F}"/>
                </a:ext>
              </a:extLst>
            </p:cNvPr>
            <p:cNvSpPr/>
            <p:nvPr/>
          </p:nvSpPr>
          <p:spPr>
            <a:xfrm>
              <a:off x="4208618" y="740007"/>
              <a:ext cx="416601" cy="998104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矩形 381">
              <a:extLst>
                <a:ext uri="{FF2B5EF4-FFF2-40B4-BE49-F238E27FC236}">
                  <a16:creationId xmlns:a16="http://schemas.microsoft.com/office/drawing/2014/main" id="{A7957FDF-79F7-C0F9-E179-E72E23876209}"/>
                </a:ext>
              </a:extLst>
            </p:cNvPr>
            <p:cNvSpPr/>
            <p:nvPr/>
          </p:nvSpPr>
          <p:spPr>
            <a:xfrm>
              <a:off x="2496582" y="740007"/>
              <a:ext cx="416601" cy="998104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矩形 458">
              <a:extLst>
                <a:ext uri="{FF2B5EF4-FFF2-40B4-BE49-F238E27FC236}">
                  <a16:creationId xmlns:a16="http://schemas.microsoft.com/office/drawing/2014/main" id="{EF00A4F7-9BCF-5075-A945-EFAF00EC08F9}"/>
                </a:ext>
              </a:extLst>
            </p:cNvPr>
            <p:cNvSpPr/>
            <p:nvPr/>
          </p:nvSpPr>
          <p:spPr>
            <a:xfrm>
              <a:off x="530270" y="527050"/>
              <a:ext cx="335279" cy="653673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4B74CA6-F0AA-0F52-3936-BFE784BDD6AF}"/>
                </a:ext>
              </a:extLst>
            </p:cNvPr>
            <p:cNvSpPr/>
            <p:nvPr/>
          </p:nvSpPr>
          <p:spPr>
            <a:xfrm>
              <a:off x="150503" y="767946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E86AD41A-5C3E-B446-E9EE-4E1C966CBC92}"/>
                </a:ext>
              </a:extLst>
            </p:cNvPr>
            <p:cNvSpPr/>
            <p:nvPr/>
          </p:nvSpPr>
          <p:spPr>
            <a:xfrm>
              <a:off x="610355" y="595226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EC9967A-C09F-3C8D-3AC7-E5BCCDF9472E}"/>
                </a:ext>
              </a:extLst>
            </p:cNvPr>
            <p:cNvSpPr/>
            <p:nvPr/>
          </p:nvSpPr>
          <p:spPr>
            <a:xfrm>
              <a:off x="610355" y="797993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475983F-8F75-4A6A-8180-2C216320DB52}"/>
                </a:ext>
              </a:extLst>
            </p:cNvPr>
            <p:cNvSpPr/>
            <p:nvPr/>
          </p:nvSpPr>
          <p:spPr>
            <a:xfrm>
              <a:off x="610355" y="986386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FE24B447-D24C-C746-9BAA-648B5623D395}"/>
                </a:ext>
              </a:extLst>
            </p:cNvPr>
            <p:cNvSpPr/>
            <p:nvPr/>
          </p:nvSpPr>
          <p:spPr>
            <a:xfrm>
              <a:off x="957155" y="595226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F8F3BA3-F373-2E31-97E6-37CA9F0893BB}"/>
                </a:ext>
              </a:extLst>
            </p:cNvPr>
            <p:cNvSpPr/>
            <p:nvPr/>
          </p:nvSpPr>
          <p:spPr>
            <a:xfrm>
              <a:off x="957155" y="797993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C7FDB52-C7DF-9CBE-FE32-AF98AB589D14}"/>
                </a:ext>
              </a:extLst>
            </p:cNvPr>
            <p:cNvSpPr/>
            <p:nvPr/>
          </p:nvSpPr>
          <p:spPr>
            <a:xfrm>
              <a:off x="957155" y="986386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B7ED85B7-37EE-0132-FF3B-168B8FCBC7FD}"/>
                </a:ext>
              </a:extLst>
            </p:cNvPr>
            <p:cNvCxnSpPr>
              <a:cxnSpLocks/>
              <a:stCxn id="27" idx="3"/>
              <a:endCxn id="31" idx="1"/>
            </p:cNvCxnSpPr>
            <p:nvPr/>
          </p:nvCxnSpPr>
          <p:spPr>
            <a:xfrm>
              <a:off x="815013" y="667616"/>
              <a:ext cx="142142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F7277D6A-4554-223F-AE9D-8EEDDA524EE4}"/>
                </a:ext>
              </a:extLst>
            </p:cNvPr>
            <p:cNvCxnSpPr>
              <a:cxnSpLocks/>
              <a:stCxn id="28" idx="3"/>
              <a:endCxn id="32" idx="1"/>
            </p:cNvCxnSpPr>
            <p:nvPr/>
          </p:nvCxnSpPr>
          <p:spPr>
            <a:xfrm>
              <a:off x="815013" y="870383"/>
              <a:ext cx="142142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FEC4A979-C6D3-C561-0F41-5897AB5602B1}"/>
                </a:ext>
              </a:extLst>
            </p:cNvPr>
            <p:cNvCxnSpPr>
              <a:cxnSpLocks/>
              <a:stCxn id="29" idx="3"/>
              <a:endCxn id="33" idx="1"/>
            </p:cNvCxnSpPr>
            <p:nvPr/>
          </p:nvCxnSpPr>
          <p:spPr>
            <a:xfrm>
              <a:off x="815013" y="1058776"/>
              <a:ext cx="142142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F02981D6-94D7-8FAC-080C-6A34018BD632}"/>
                </a:ext>
              </a:extLst>
            </p:cNvPr>
            <p:cNvCxnSpPr>
              <a:cxnSpLocks/>
              <a:stCxn id="25" idx="3"/>
              <a:endCxn id="29" idx="1"/>
            </p:cNvCxnSpPr>
            <p:nvPr/>
          </p:nvCxnSpPr>
          <p:spPr>
            <a:xfrm>
              <a:off x="405697" y="870383"/>
              <a:ext cx="204658" cy="18839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2" name="直接箭头连接符 451">
              <a:extLst>
                <a:ext uri="{FF2B5EF4-FFF2-40B4-BE49-F238E27FC236}">
                  <a16:creationId xmlns:a16="http://schemas.microsoft.com/office/drawing/2014/main" id="{515E4AB9-E133-92D3-385D-DB427754B929}"/>
                </a:ext>
              </a:extLst>
            </p:cNvPr>
            <p:cNvCxnSpPr>
              <a:cxnSpLocks/>
              <a:stCxn id="25" idx="3"/>
              <a:endCxn id="28" idx="1"/>
            </p:cNvCxnSpPr>
            <p:nvPr/>
          </p:nvCxnSpPr>
          <p:spPr>
            <a:xfrm>
              <a:off x="405697" y="870383"/>
              <a:ext cx="204658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6" name="直接箭头连接符 455">
              <a:extLst>
                <a:ext uri="{FF2B5EF4-FFF2-40B4-BE49-F238E27FC236}">
                  <a16:creationId xmlns:a16="http://schemas.microsoft.com/office/drawing/2014/main" id="{A6257777-2322-D2E2-54C2-E475E039BD6F}"/>
                </a:ext>
              </a:extLst>
            </p:cNvPr>
            <p:cNvCxnSpPr>
              <a:cxnSpLocks/>
              <a:stCxn id="25" idx="3"/>
              <a:endCxn id="27" idx="1"/>
            </p:cNvCxnSpPr>
            <p:nvPr/>
          </p:nvCxnSpPr>
          <p:spPr>
            <a:xfrm flipV="1">
              <a:off x="405697" y="667616"/>
              <a:ext cx="204658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7" name="矩形 506">
              <a:extLst>
                <a:ext uri="{FF2B5EF4-FFF2-40B4-BE49-F238E27FC236}">
                  <a16:creationId xmlns:a16="http://schemas.microsoft.com/office/drawing/2014/main" id="{D6918A7F-A422-56D8-9C1A-145732D56C7D}"/>
                </a:ext>
              </a:extLst>
            </p:cNvPr>
            <p:cNvSpPr/>
            <p:nvPr/>
          </p:nvSpPr>
          <p:spPr>
            <a:xfrm>
              <a:off x="530270" y="1262784"/>
              <a:ext cx="335279" cy="653673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8" name="矩形 507">
              <a:extLst>
                <a:ext uri="{FF2B5EF4-FFF2-40B4-BE49-F238E27FC236}">
                  <a16:creationId xmlns:a16="http://schemas.microsoft.com/office/drawing/2014/main" id="{BD0BD994-0419-8C8A-FF03-A0E96F9033C2}"/>
                </a:ext>
              </a:extLst>
            </p:cNvPr>
            <p:cNvSpPr/>
            <p:nvPr/>
          </p:nvSpPr>
          <p:spPr>
            <a:xfrm>
              <a:off x="150503" y="1503680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09" name="矩形 508">
              <a:extLst>
                <a:ext uri="{FF2B5EF4-FFF2-40B4-BE49-F238E27FC236}">
                  <a16:creationId xmlns:a16="http://schemas.microsoft.com/office/drawing/2014/main" id="{221AF2C2-51D3-1419-1F18-8BDF31E9AF6A}"/>
                </a:ext>
              </a:extLst>
            </p:cNvPr>
            <p:cNvSpPr/>
            <p:nvPr/>
          </p:nvSpPr>
          <p:spPr>
            <a:xfrm>
              <a:off x="610355" y="1330960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10" name="矩形 509">
              <a:extLst>
                <a:ext uri="{FF2B5EF4-FFF2-40B4-BE49-F238E27FC236}">
                  <a16:creationId xmlns:a16="http://schemas.microsoft.com/office/drawing/2014/main" id="{E314A128-CAA9-0020-40FC-9B772DCF84AE}"/>
                </a:ext>
              </a:extLst>
            </p:cNvPr>
            <p:cNvSpPr/>
            <p:nvPr/>
          </p:nvSpPr>
          <p:spPr>
            <a:xfrm>
              <a:off x="610355" y="1533727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11" name="矩形 510">
              <a:extLst>
                <a:ext uri="{FF2B5EF4-FFF2-40B4-BE49-F238E27FC236}">
                  <a16:creationId xmlns:a16="http://schemas.microsoft.com/office/drawing/2014/main" id="{39CB6A1D-8749-DCF3-90CD-CDC618B529A1}"/>
                </a:ext>
              </a:extLst>
            </p:cNvPr>
            <p:cNvSpPr/>
            <p:nvPr/>
          </p:nvSpPr>
          <p:spPr>
            <a:xfrm>
              <a:off x="610355" y="1722120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4A36FC49-38C7-38A2-62E7-EE19722F6C8B}"/>
                </a:ext>
              </a:extLst>
            </p:cNvPr>
            <p:cNvSpPr/>
            <p:nvPr/>
          </p:nvSpPr>
          <p:spPr>
            <a:xfrm>
              <a:off x="957155" y="1330960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E68E5A18-CB50-B3DB-5EC6-D8E01F31EEF1}"/>
                </a:ext>
              </a:extLst>
            </p:cNvPr>
            <p:cNvSpPr/>
            <p:nvPr/>
          </p:nvSpPr>
          <p:spPr>
            <a:xfrm>
              <a:off x="957155" y="1533727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5FBB5DDC-47F8-F1BE-816E-63800328D19F}"/>
                </a:ext>
              </a:extLst>
            </p:cNvPr>
            <p:cNvSpPr/>
            <p:nvPr/>
          </p:nvSpPr>
          <p:spPr>
            <a:xfrm>
              <a:off x="957155" y="1722120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139F10EA-6B40-2179-B267-FCF1E3D3BF78}"/>
                </a:ext>
              </a:extLst>
            </p:cNvPr>
            <p:cNvCxnSpPr>
              <a:cxnSpLocks/>
              <a:stCxn id="509" idx="3"/>
              <a:endCxn id="65" idx="1"/>
            </p:cNvCxnSpPr>
            <p:nvPr/>
          </p:nvCxnSpPr>
          <p:spPr>
            <a:xfrm>
              <a:off x="815013" y="1403350"/>
              <a:ext cx="142142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CB26CE27-2DE2-9261-AF04-5DB690A2C676}"/>
                </a:ext>
              </a:extLst>
            </p:cNvPr>
            <p:cNvCxnSpPr>
              <a:cxnSpLocks/>
              <a:stCxn id="510" idx="3"/>
              <a:endCxn id="66" idx="1"/>
            </p:cNvCxnSpPr>
            <p:nvPr/>
          </p:nvCxnSpPr>
          <p:spPr>
            <a:xfrm>
              <a:off x="815013" y="1606117"/>
              <a:ext cx="142142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3C0FB360-5EFE-559B-83D8-5C580A6000B9}"/>
                </a:ext>
              </a:extLst>
            </p:cNvPr>
            <p:cNvCxnSpPr>
              <a:cxnSpLocks/>
              <a:stCxn id="511" idx="3"/>
              <a:endCxn id="67" idx="1"/>
            </p:cNvCxnSpPr>
            <p:nvPr/>
          </p:nvCxnSpPr>
          <p:spPr>
            <a:xfrm>
              <a:off x="815013" y="1794510"/>
              <a:ext cx="142142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12EEF7A6-0084-C70A-0F64-A74378D65E3B}"/>
                </a:ext>
              </a:extLst>
            </p:cNvPr>
            <p:cNvCxnSpPr>
              <a:cxnSpLocks/>
              <a:stCxn id="508" idx="3"/>
              <a:endCxn id="511" idx="1"/>
            </p:cNvCxnSpPr>
            <p:nvPr/>
          </p:nvCxnSpPr>
          <p:spPr>
            <a:xfrm>
              <a:off x="405697" y="1606117"/>
              <a:ext cx="204658" cy="18839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F0977D9E-A406-77E3-AB04-1EBB07C27379}"/>
                </a:ext>
              </a:extLst>
            </p:cNvPr>
            <p:cNvCxnSpPr>
              <a:cxnSpLocks/>
              <a:stCxn id="508" idx="3"/>
              <a:endCxn id="510" idx="1"/>
            </p:cNvCxnSpPr>
            <p:nvPr/>
          </p:nvCxnSpPr>
          <p:spPr>
            <a:xfrm>
              <a:off x="405697" y="1606117"/>
              <a:ext cx="204658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B510133D-70F9-168B-490B-13CFA54D7F71}"/>
                </a:ext>
              </a:extLst>
            </p:cNvPr>
            <p:cNvCxnSpPr>
              <a:cxnSpLocks/>
              <a:stCxn id="508" idx="3"/>
              <a:endCxn id="509" idx="1"/>
            </p:cNvCxnSpPr>
            <p:nvPr/>
          </p:nvCxnSpPr>
          <p:spPr>
            <a:xfrm flipV="1">
              <a:off x="405697" y="1403350"/>
              <a:ext cx="204658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0A9F3143-D184-4825-F9FC-B26084A476F0}"/>
                </a:ext>
              </a:extLst>
            </p:cNvPr>
            <p:cNvSpPr/>
            <p:nvPr/>
          </p:nvSpPr>
          <p:spPr>
            <a:xfrm>
              <a:off x="1774271" y="527051"/>
              <a:ext cx="335279" cy="1181504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00398726-DBBC-6FBC-2EA5-D536A3F72E7A}"/>
                </a:ext>
              </a:extLst>
            </p:cNvPr>
            <p:cNvSpPr/>
            <p:nvPr/>
          </p:nvSpPr>
          <p:spPr>
            <a:xfrm>
              <a:off x="1394504" y="631528"/>
              <a:ext cx="255194" cy="94060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Logic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Space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957F32B6-F77C-3990-A450-74EE758A1422}"/>
                </a:ext>
              </a:extLst>
            </p:cNvPr>
            <p:cNvSpPr/>
            <p:nvPr/>
          </p:nvSpPr>
          <p:spPr>
            <a:xfrm>
              <a:off x="1854356" y="595226"/>
              <a:ext cx="204658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913AE1D1-6CA4-719C-54F1-9C489E6756F0}"/>
                </a:ext>
              </a:extLst>
            </p:cNvPr>
            <p:cNvSpPr/>
            <p:nvPr/>
          </p:nvSpPr>
          <p:spPr>
            <a:xfrm>
              <a:off x="1854356" y="820605"/>
              <a:ext cx="204658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2ACE27C0-07D6-168A-E0E4-31B704612363}"/>
                </a:ext>
              </a:extLst>
            </p:cNvPr>
            <p:cNvSpPr/>
            <p:nvPr/>
          </p:nvSpPr>
          <p:spPr>
            <a:xfrm>
              <a:off x="1854356" y="1045984"/>
              <a:ext cx="204658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5F13C041-8AB2-731F-95E6-38065E12AE22}"/>
                </a:ext>
              </a:extLst>
            </p:cNvPr>
            <p:cNvSpPr/>
            <p:nvPr/>
          </p:nvSpPr>
          <p:spPr>
            <a:xfrm>
              <a:off x="2201156" y="797993"/>
              <a:ext cx="204658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AEFD4372-64B5-3379-E404-847E0765E980}"/>
                </a:ext>
              </a:extLst>
            </p:cNvPr>
            <p:cNvSpPr/>
            <p:nvPr/>
          </p:nvSpPr>
          <p:spPr>
            <a:xfrm>
              <a:off x="2201156" y="1165859"/>
              <a:ext cx="204658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F542C75A-268C-D941-4B4D-73190E12AB30}"/>
                </a:ext>
              </a:extLst>
            </p:cNvPr>
            <p:cNvCxnSpPr>
              <a:cxnSpLocks/>
              <a:stCxn id="82" idx="3"/>
              <a:endCxn id="89" idx="1"/>
            </p:cNvCxnSpPr>
            <p:nvPr/>
          </p:nvCxnSpPr>
          <p:spPr>
            <a:xfrm>
              <a:off x="2059014" y="667616"/>
              <a:ext cx="142142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3476093A-76D3-1E24-3F5B-80120BC1A3FD}"/>
                </a:ext>
              </a:extLst>
            </p:cNvPr>
            <p:cNvCxnSpPr>
              <a:cxnSpLocks/>
              <a:stCxn id="86" idx="3"/>
              <a:endCxn id="89" idx="1"/>
            </p:cNvCxnSpPr>
            <p:nvPr/>
          </p:nvCxnSpPr>
          <p:spPr>
            <a:xfrm flipV="1">
              <a:off x="2059014" y="870383"/>
              <a:ext cx="142142" cy="22612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032B5B03-4479-EC3B-66A3-213733B6C4F6}"/>
                </a:ext>
              </a:extLst>
            </p:cNvPr>
            <p:cNvCxnSpPr>
              <a:cxnSpLocks/>
              <a:stCxn id="87" idx="3"/>
              <a:endCxn id="90" idx="1"/>
            </p:cNvCxnSpPr>
            <p:nvPr/>
          </p:nvCxnSpPr>
          <p:spPr>
            <a:xfrm>
              <a:off x="2059014" y="1118374"/>
              <a:ext cx="142142" cy="119875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64B3070E-BB3A-18A2-F423-50AB0ED9C876}"/>
                </a:ext>
              </a:extLst>
            </p:cNvPr>
            <p:cNvCxnSpPr>
              <a:cxnSpLocks/>
              <a:stCxn id="81" idx="3"/>
              <a:endCxn id="87" idx="1"/>
            </p:cNvCxnSpPr>
            <p:nvPr/>
          </p:nvCxnSpPr>
          <p:spPr>
            <a:xfrm>
              <a:off x="1649698" y="1101832"/>
              <a:ext cx="204658" cy="16542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BE8168C2-12C5-AC6E-A3F7-21A2646EB7C1}"/>
                </a:ext>
              </a:extLst>
            </p:cNvPr>
            <p:cNvCxnSpPr>
              <a:cxnSpLocks/>
              <a:stCxn id="81" idx="3"/>
              <a:endCxn id="86" idx="1"/>
            </p:cNvCxnSpPr>
            <p:nvPr/>
          </p:nvCxnSpPr>
          <p:spPr>
            <a:xfrm flipV="1">
              <a:off x="1649698" y="892995"/>
              <a:ext cx="204658" cy="20883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26BD0300-DE60-555A-8F89-B6338E5733D9}"/>
                </a:ext>
              </a:extLst>
            </p:cNvPr>
            <p:cNvCxnSpPr>
              <a:cxnSpLocks/>
              <a:stCxn id="81" idx="3"/>
              <a:endCxn id="82" idx="1"/>
            </p:cNvCxnSpPr>
            <p:nvPr/>
          </p:nvCxnSpPr>
          <p:spPr>
            <a:xfrm flipV="1">
              <a:off x="1649698" y="667616"/>
              <a:ext cx="204658" cy="434216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82B5AFA7-283C-3855-D389-C8227ECC3335}"/>
                </a:ext>
              </a:extLst>
            </p:cNvPr>
            <p:cNvSpPr/>
            <p:nvPr/>
          </p:nvSpPr>
          <p:spPr>
            <a:xfrm>
              <a:off x="1854356" y="1271363"/>
              <a:ext cx="204658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3D84910C-BE9F-D85F-6263-C58D42F27C0C}"/>
                </a:ext>
              </a:extLst>
            </p:cNvPr>
            <p:cNvSpPr/>
            <p:nvPr/>
          </p:nvSpPr>
          <p:spPr>
            <a:xfrm>
              <a:off x="1854356" y="1496742"/>
              <a:ext cx="204658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0CAA88B9-ED5C-0664-111E-584686BDB6C5}"/>
                </a:ext>
              </a:extLst>
            </p:cNvPr>
            <p:cNvSpPr/>
            <p:nvPr/>
          </p:nvSpPr>
          <p:spPr>
            <a:xfrm>
              <a:off x="2201156" y="1533727"/>
              <a:ext cx="204658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7684D515-BA37-3185-460D-F1CF17694843}"/>
                </a:ext>
              </a:extLst>
            </p:cNvPr>
            <p:cNvCxnSpPr>
              <a:cxnSpLocks/>
              <a:stCxn id="99" idx="3"/>
              <a:endCxn id="90" idx="1"/>
            </p:cNvCxnSpPr>
            <p:nvPr/>
          </p:nvCxnSpPr>
          <p:spPr>
            <a:xfrm flipV="1">
              <a:off x="2059014" y="1238249"/>
              <a:ext cx="142142" cy="105504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ECBE5B82-1563-6039-3DAB-B92596DB0154}"/>
                </a:ext>
              </a:extLst>
            </p:cNvPr>
            <p:cNvCxnSpPr>
              <a:cxnSpLocks/>
              <a:stCxn id="100" idx="3"/>
              <a:endCxn id="103" idx="1"/>
            </p:cNvCxnSpPr>
            <p:nvPr/>
          </p:nvCxnSpPr>
          <p:spPr>
            <a:xfrm>
              <a:off x="2059014" y="1569132"/>
              <a:ext cx="142142" cy="36985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A9C1DFA8-2088-624E-F155-F8EF7706F594}"/>
                </a:ext>
              </a:extLst>
            </p:cNvPr>
            <p:cNvCxnSpPr>
              <a:cxnSpLocks/>
              <a:stCxn id="81" idx="3"/>
              <a:endCxn id="100" idx="1"/>
            </p:cNvCxnSpPr>
            <p:nvPr/>
          </p:nvCxnSpPr>
          <p:spPr>
            <a:xfrm>
              <a:off x="1649698" y="1101832"/>
              <a:ext cx="204658" cy="46730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C01B642A-22FB-7DAA-ACED-59BFFDDB9B26}"/>
                </a:ext>
              </a:extLst>
            </p:cNvPr>
            <p:cNvCxnSpPr>
              <a:cxnSpLocks/>
              <a:stCxn id="81" idx="3"/>
              <a:endCxn id="99" idx="1"/>
            </p:cNvCxnSpPr>
            <p:nvPr/>
          </p:nvCxnSpPr>
          <p:spPr>
            <a:xfrm>
              <a:off x="1649698" y="1101832"/>
              <a:ext cx="204658" cy="241921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1892B963-D2A5-6660-6EE2-E8D7DB5E9A1E}"/>
                </a:ext>
              </a:extLst>
            </p:cNvPr>
            <p:cNvSpPr/>
            <p:nvPr/>
          </p:nvSpPr>
          <p:spPr>
            <a:xfrm>
              <a:off x="2533619" y="797993"/>
              <a:ext cx="341062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FP, 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635AC346-2E9A-5112-D8A8-74CCC8B21F4F}"/>
                </a:ext>
              </a:extLst>
            </p:cNvPr>
            <p:cNvSpPr/>
            <p:nvPr/>
          </p:nvSpPr>
          <p:spPr>
            <a:xfrm>
              <a:off x="2533619" y="1163002"/>
              <a:ext cx="341062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FP, 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86FA40B8-7505-FA36-0DFD-10FBFAB21699}"/>
                </a:ext>
              </a:extLst>
            </p:cNvPr>
            <p:cNvSpPr/>
            <p:nvPr/>
          </p:nvSpPr>
          <p:spPr>
            <a:xfrm>
              <a:off x="2533619" y="1533727"/>
              <a:ext cx="341062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FP, 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197" name="直接箭头连接符 196">
              <a:extLst>
                <a:ext uri="{FF2B5EF4-FFF2-40B4-BE49-F238E27FC236}">
                  <a16:creationId xmlns:a16="http://schemas.microsoft.com/office/drawing/2014/main" id="{0CFBDFA6-9DAE-E7E2-AE41-18406138816B}"/>
                </a:ext>
              </a:extLst>
            </p:cNvPr>
            <p:cNvCxnSpPr>
              <a:cxnSpLocks/>
              <a:stCxn id="194" idx="1"/>
              <a:endCxn id="89" idx="3"/>
            </p:cNvCxnSpPr>
            <p:nvPr/>
          </p:nvCxnSpPr>
          <p:spPr>
            <a:xfrm flipH="1">
              <a:off x="2405814" y="870383"/>
              <a:ext cx="127805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820A2AF7-E887-27DD-538E-6D137629CEF5}"/>
                </a:ext>
              </a:extLst>
            </p:cNvPr>
            <p:cNvCxnSpPr>
              <a:cxnSpLocks/>
              <a:stCxn id="195" idx="1"/>
              <a:endCxn id="90" idx="3"/>
            </p:cNvCxnSpPr>
            <p:nvPr/>
          </p:nvCxnSpPr>
          <p:spPr>
            <a:xfrm flipH="1">
              <a:off x="2405814" y="1235392"/>
              <a:ext cx="127805" cy="285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BF7B1E40-4CC1-AC59-5E12-4D20E84AC8A0}"/>
                </a:ext>
              </a:extLst>
            </p:cNvPr>
            <p:cNvCxnSpPr>
              <a:cxnSpLocks/>
              <a:stCxn id="196" idx="1"/>
              <a:endCxn id="103" idx="3"/>
            </p:cNvCxnSpPr>
            <p:nvPr/>
          </p:nvCxnSpPr>
          <p:spPr>
            <a:xfrm flipH="1">
              <a:off x="2405814" y="1606117"/>
              <a:ext cx="127805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0" name="矩形 319">
              <a:extLst>
                <a:ext uri="{FF2B5EF4-FFF2-40B4-BE49-F238E27FC236}">
                  <a16:creationId xmlns:a16="http://schemas.microsoft.com/office/drawing/2014/main" id="{E21E5A7F-658E-5525-9E3B-D734073F53DB}"/>
                </a:ext>
              </a:extLst>
            </p:cNvPr>
            <p:cNvSpPr/>
            <p:nvPr/>
          </p:nvSpPr>
          <p:spPr>
            <a:xfrm>
              <a:off x="3496990" y="527050"/>
              <a:ext cx="335279" cy="653673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" name="矩形 328">
              <a:extLst>
                <a:ext uri="{FF2B5EF4-FFF2-40B4-BE49-F238E27FC236}">
                  <a16:creationId xmlns:a16="http://schemas.microsoft.com/office/drawing/2014/main" id="{2EDB5C15-C172-36E5-0022-BF4283032EB1}"/>
                </a:ext>
              </a:extLst>
            </p:cNvPr>
            <p:cNvSpPr/>
            <p:nvPr/>
          </p:nvSpPr>
          <p:spPr>
            <a:xfrm>
              <a:off x="3117223" y="767946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30" name="矩形 329">
              <a:extLst>
                <a:ext uri="{FF2B5EF4-FFF2-40B4-BE49-F238E27FC236}">
                  <a16:creationId xmlns:a16="http://schemas.microsoft.com/office/drawing/2014/main" id="{543C0820-0503-9BB5-13F5-35F7D46A202E}"/>
                </a:ext>
              </a:extLst>
            </p:cNvPr>
            <p:cNvSpPr/>
            <p:nvPr/>
          </p:nvSpPr>
          <p:spPr>
            <a:xfrm>
              <a:off x="3577075" y="595226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31" name="矩形 330">
              <a:extLst>
                <a:ext uri="{FF2B5EF4-FFF2-40B4-BE49-F238E27FC236}">
                  <a16:creationId xmlns:a16="http://schemas.microsoft.com/office/drawing/2014/main" id="{24349FD4-609A-12CC-2D90-646C340B21FA}"/>
                </a:ext>
              </a:extLst>
            </p:cNvPr>
            <p:cNvSpPr/>
            <p:nvPr/>
          </p:nvSpPr>
          <p:spPr>
            <a:xfrm>
              <a:off x="3577075" y="797993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32" name="矩形 331">
              <a:extLst>
                <a:ext uri="{FF2B5EF4-FFF2-40B4-BE49-F238E27FC236}">
                  <a16:creationId xmlns:a16="http://schemas.microsoft.com/office/drawing/2014/main" id="{F6127BF0-B09F-F31A-8444-0C9F86FC3ADD}"/>
                </a:ext>
              </a:extLst>
            </p:cNvPr>
            <p:cNvSpPr/>
            <p:nvPr/>
          </p:nvSpPr>
          <p:spPr>
            <a:xfrm>
              <a:off x="3577075" y="986386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35" name="矩形 334">
              <a:extLst>
                <a:ext uri="{FF2B5EF4-FFF2-40B4-BE49-F238E27FC236}">
                  <a16:creationId xmlns:a16="http://schemas.microsoft.com/office/drawing/2014/main" id="{A7C15927-9DD0-60A4-6307-7F281C4C266E}"/>
                </a:ext>
              </a:extLst>
            </p:cNvPr>
            <p:cNvSpPr/>
            <p:nvPr/>
          </p:nvSpPr>
          <p:spPr>
            <a:xfrm>
              <a:off x="3923875" y="797993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36" name="矩形 335">
              <a:extLst>
                <a:ext uri="{FF2B5EF4-FFF2-40B4-BE49-F238E27FC236}">
                  <a16:creationId xmlns:a16="http://schemas.microsoft.com/office/drawing/2014/main" id="{EA3FBF87-7A44-BF56-1F86-A6C469643E03}"/>
                </a:ext>
              </a:extLst>
            </p:cNvPr>
            <p:cNvSpPr/>
            <p:nvPr/>
          </p:nvSpPr>
          <p:spPr>
            <a:xfrm>
              <a:off x="3923875" y="1165137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37" name="直接箭头连接符 336">
              <a:extLst>
                <a:ext uri="{FF2B5EF4-FFF2-40B4-BE49-F238E27FC236}">
                  <a16:creationId xmlns:a16="http://schemas.microsoft.com/office/drawing/2014/main" id="{5CE47BFB-670B-3161-5517-E25FF18BF052}"/>
                </a:ext>
              </a:extLst>
            </p:cNvPr>
            <p:cNvCxnSpPr>
              <a:cxnSpLocks/>
              <a:stCxn id="330" idx="3"/>
              <a:endCxn id="335" idx="1"/>
            </p:cNvCxnSpPr>
            <p:nvPr/>
          </p:nvCxnSpPr>
          <p:spPr>
            <a:xfrm>
              <a:off x="3781733" y="667616"/>
              <a:ext cx="142142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8" name="直接箭头连接符 337">
              <a:extLst>
                <a:ext uri="{FF2B5EF4-FFF2-40B4-BE49-F238E27FC236}">
                  <a16:creationId xmlns:a16="http://schemas.microsoft.com/office/drawing/2014/main" id="{AF8A9F72-888A-D288-1BC2-9EF19EB6E9A3}"/>
                </a:ext>
              </a:extLst>
            </p:cNvPr>
            <p:cNvCxnSpPr>
              <a:cxnSpLocks/>
              <a:stCxn id="331" idx="3"/>
              <a:endCxn id="335" idx="1"/>
            </p:cNvCxnSpPr>
            <p:nvPr/>
          </p:nvCxnSpPr>
          <p:spPr>
            <a:xfrm>
              <a:off x="3781733" y="870383"/>
              <a:ext cx="142142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9" name="直接箭头连接符 338">
              <a:extLst>
                <a:ext uri="{FF2B5EF4-FFF2-40B4-BE49-F238E27FC236}">
                  <a16:creationId xmlns:a16="http://schemas.microsoft.com/office/drawing/2014/main" id="{D7188770-3A2C-1D4E-BEE9-A21F515077FD}"/>
                </a:ext>
              </a:extLst>
            </p:cNvPr>
            <p:cNvCxnSpPr>
              <a:cxnSpLocks/>
              <a:stCxn id="332" idx="3"/>
              <a:endCxn id="336" idx="1"/>
            </p:cNvCxnSpPr>
            <p:nvPr/>
          </p:nvCxnSpPr>
          <p:spPr>
            <a:xfrm>
              <a:off x="3781733" y="1058776"/>
              <a:ext cx="142142" cy="178751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0" name="直接箭头连接符 339">
              <a:extLst>
                <a:ext uri="{FF2B5EF4-FFF2-40B4-BE49-F238E27FC236}">
                  <a16:creationId xmlns:a16="http://schemas.microsoft.com/office/drawing/2014/main" id="{58BF49B5-F793-273E-8786-50D5002AAF57}"/>
                </a:ext>
              </a:extLst>
            </p:cNvPr>
            <p:cNvCxnSpPr>
              <a:cxnSpLocks/>
              <a:stCxn id="329" idx="3"/>
              <a:endCxn id="332" idx="1"/>
            </p:cNvCxnSpPr>
            <p:nvPr/>
          </p:nvCxnSpPr>
          <p:spPr>
            <a:xfrm>
              <a:off x="3372417" y="870383"/>
              <a:ext cx="204658" cy="18839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1" name="直接箭头连接符 340">
              <a:extLst>
                <a:ext uri="{FF2B5EF4-FFF2-40B4-BE49-F238E27FC236}">
                  <a16:creationId xmlns:a16="http://schemas.microsoft.com/office/drawing/2014/main" id="{E6CAF984-6492-67DE-4D6B-5BE0B8E72C7D}"/>
                </a:ext>
              </a:extLst>
            </p:cNvPr>
            <p:cNvCxnSpPr>
              <a:cxnSpLocks/>
              <a:stCxn id="329" idx="3"/>
              <a:endCxn id="331" idx="1"/>
            </p:cNvCxnSpPr>
            <p:nvPr/>
          </p:nvCxnSpPr>
          <p:spPr>
            <a:xfrm>
              <a:off x="3372417" y="870383"/>
              <a:ext cx="204658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2" name="直接箭头连接符 341">
              <a:extLst>
                <a:ext uri="{FF2B5EF4-FFF2-40B4-BE49-F238E27FC236}">
                  <a16:creationId xmlns:a16="http://schemas.microsoft.com/office/drawing/2014/main" id="{B9431132-9A91-5661-505B-E04A84E092D8}"/>
                </a:ext>
              </a:extLst>
            </p:cNvPr>
            <p:cNvCxnSpPr>
              <a:cxnSpLocks/>
              <a:stCxn id="329" idx="3"/>
              <a:endCxn id="330" idx="1"/>
            </p:cNvCxnSpPr>
            <p:nvPr/>
          </p:nvCxnSpPr>
          <p:spPr>
            <a:xfrm flipV="1">
              <a:off x="3372417" y="667616"/>
              <a:ext cx="204658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3" name="矩形 342">
              <a:extLst>
                <a:ext uri="{FF2B5EF4-FFF2-40B4-BE49-F238E27FC236}">
                  <a16:creationId xmlns:a16="http://schemas.microsoft.com/office/drawing/2014/main" id="{FDF9DB6D-4256-7A76-F46A-9BFE4D11AD2F}"/>
                </a:ext>
              </a:extLst>
            </p:cNvPr>
            <p:cNvSpPr/>
            <p:nvPr/>
          </p:nvSpPr>
          <p:spPr>
            <a:xfrm>
              <a:off x="3496990" y="1262784"/>
              <a:ext cx="335279" cy="653673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4" name="矩形 343">
              <a:extLst>
                <a:ext uri="{FF2B5EF4-FFF2-40B4-BE49-F238E27FC236}">
                  <a16:creationId xmlns:a16="http://schemas.microsoft.com/office/drawing/2014/main" id="{5F775199-9A07-9C9D-7B94-88C48C77CDB3}"/>
                </a:ext>
              </a:extLst>
            </p:cNvPr>
            <p:cNvSpPr/>
            <p:nvPr/>
          </p:nvSpPr>
          <p:spPr>
            <a:xfrm>
              <a:off x="3117223" y="1503680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45" name="矩形 344">
              <a:extLst>
                <a:ext uri="{FF2B5EF4-FFF2-40B4-BE49-F238E27FC236}">
                  <a16:creationId xmlns:a16="http://schemas.microsoft.com/office/drawing/2014/main" id="{695E826C-A6D4-133E-2072-30000546373C}"/>
                </a:ext>
              </a:extLst>
            </p:cNvPr>
            <p:cNvSpPr/>
            <p:nvPr/>
          </p:nvSpPr>
          <p:spPr>
            <a:xfrm>
              <a:off x="3577075" y="1330960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46" name="矩形 345">
              <a:extLst>
                <a:ext uri="{FF2B5EF4-FFF2-40B4-BE49-F238E27FC236}">
                  <a16:creationId xmlns:a16="http://schemas.microsoft.com/office/drawing/2014/main" id="{E5D3DDC1-71EC-0E7D-D889-577DC145136C}"/>
                </a:ext>
              </a:extLst>
            </p:cNvPr>
            <p:cNvSpPr/>
            <p:nvPr/>
          </p:nvSpPr>
          <p:spPr>
            <a:xfrm>
              <a:off x="3577075" y="1533727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47" name="矩形 346">
              <a:extLst>
                <a:ext uri="{FF2B5EF4-FFF2-40B4-BE49-F238E27FC236}">
                  <a16:creationId xmlns:a16="http://schemas.microsoft.com/office/drawing/2014/main" id="{1644895D-CA0E-1797-872C-2D6EED853EBB}"/>
                </a:ext>
              </a:extLst>
            </p:cNvPr>
            <p:cNvSpPr/>
            <p:nvPr/>
          </p:nvSpPr>
          <p:spPr>
            <a:xfrm>
              <a:off x="3577075" y="1722120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49" name="矩形 348">
              <a:extLst>
                <a:ext uri="{FF2B5EF4-FFF2-40B4-BE49-F238E27FC236}">
                  <a16:creationId xmlns:a16="http://schemas.microsoft.com/office/drawing/2014/main" id="{866E6C56-DC4F-B00D-1D67-46227B152CE3}"/>
                </a:ext>
              </a:extLst>
            </p:cNvPr>
            <p:cNvSpPr/>
            <p:nvPr/>
          </p:nvSpPr>
          <p:spPr>
            <a:xfrm>
              <a:off x="3923875" y="1533727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53" name="直接箭头连接符 352">
              <a:extLst>
                <a:ext uri="{FF2B5EF4-FFF2-40B4-BE49-F238E27FC236}">
                  <a16:creationId xmlns:a16="http://schemas.microsoft.com/office/drawing/2014/main" id="{5248CCDD-FAF0-9067-5ED9-1B043DCE5579}"/>
                </a:ext>
              </a:extLst>
            </p:cNvPr>
            <p:cNvCxnSpPr>
              <a:cxnSpLocks/>
              <a:stCxn id="345" idx="3"/>
              <a:endCxn id="336" idx="1"/>
            </p:cNvCxnSpPr>
            <p:nvPr/>
          </p:nvCxnSpPr>
          <p:spPr>
            <a:xfrm flipV="1">
              <a:off x="3781733" y="1237527"/>
              <a:ext cx="142142" cy="16582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4" name="直接箭头连接符 353">
              <a:extLst>
                <a:ext uri="{FF2B5EF4-FFF2-40B4-BE49-F238E27FC236}">
                  <a16:creationId xmlns:a16="http://schemas.microsoft.com/office/drawing/2014/main" id="{E1EDE0D4-C6B6-395B-DE05-151EA81030A9}"/>
                </a:ext>
              </a:extLst>
            </p:cNvPr>
            <p:cNvCxnSpPr>
              <a:cxnSpLocks/>
              <a:stCxn id="346" idx="3"/>
              <a:endCxn id="349" idx="1"/>
            </p:cNvCxnSpPr>
            <p:nvPr/>
          </p:nvCxnSpPr>
          <p:spPr>
            <a:xfrm>
              <a:off x="3781733" y="1606117"/>
              <a:ext cx="142142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5" name="直接箭头连接符 354">
              <a:extLst>
                <a:ext uri="{FF2B5EF4-FFF2-40B4-BE49-F238E27FC236}">
                  <a16:creationId xmlns:a16="http://schemas.microsoft.com/office/drawing/2014/main" id="{1E20395B-3463-7C3A-D495-6B671D328597}"/>
                </a:ext>
              </a:extLst>
            </p:cNvPr>
            <p:cNvCxnSpPr>
              <a:cxnSpLocks/>
              <a:stCxn id="347" idx="3"/>
              <a:endCxn id="349" idx="1"/>
            </p:cNvCxnSpPr>
            <p:nvPr/>
          </p:nvCxnSpPr>
          <p:spPr>
            <a:xfrm flipV="1">
              <a:off x="3781733" y="1606117"/>
              <a:ext cx="142142" cy="18839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8" name="直接箭头连接符 357">
              <a:extLst>
                <a:ext uri="{FF2B5EF4-FFF2-40B4-BE49-F238E27FC236}">
                  <a16:creationId xmlns:a16="http://schemas.microsoft.com/office/drawing/2014/main" id="{7324EA9D-57B0-AB00-7D02-3C0EB7B6BA23}"/>
                </a:ext>
              </a:extLst>
            </p:cNvPr>
            <p:cNvCxnSpPr>
              <a:cxnSpLocks/>
              <a:stCxn id="344" idx="3"/>
              <a:endCxn id="347" idx="1"/>
            </p:cNvCxnSpPr>
            <p:nvPr/>
          </p:nvCxnSpPr>
          <p:spPr>
            <a:xfrm>
              <a:off x="3372417" y="1606117"/>
              <a:ext cx="204658" cy="18839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9" name="直接箭头连接符 358">
              <a:extLst>
                <a:ext uri="{FF2B5EF4-FFF2-40B4-BE49-F238E27FC236}">
                  <a16:creationId xmlns:a16="http://schemas.microsoft.com/office/drawing/2014/main" id="{C3334E1E-3016-C60F-ECC3-919FE3F8AB56}"/>
                </a:ext>
              </a:extLst>
            </p:cNvPr>
            <p:cNvCxnSpPr>
              <a:cxnSpLocks/>
              <a:stCxn id="344" idx="3"/>
              <a:endCxn id="346" idx="1"/>
            </p:cNvCxnSpPr>
            <p:nvPr/>
          </p:nvCxnSpPr>
          <p:spPr>
            <a:xfrm>
              <a:off x="3372417" y="1606117"/>
              <a:ext cx="204658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0" name="直接箭头连接符 359">
              <a:extLst>
                <a:ext uri="{FF2B5EF4-FFF2-40B4-BE49-F238E27FC236}">
                  <a16:creationId xmlns:a16="http://schemas.microsoft.com/office/drawing/2014/main" id="{DB61588A-2CA9-5EA5-B949-761ACEBEF2FA}"/>
                </a:ext>
              </a:extLst>
            </p:cNvPr>
            <p:cNvCxnSpPr>
              <a:cxnSpLocks/>
              <a:stCxn id="344" idx="3"/>
              <a:endCxn id="345" idx="1"/>
            </p:cNvCxnSpPr>
            <p:nvPr/>
          </p:nvCxnSpPr>
          <p:spPr>
            <a:xfrm flipV="1">
              <a:off x="3372417" y="1403350"/>
              <a:ext cx="204658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6" name="矩形 365">
              <a:extLst>
                <a:ext uri="{FF2B5EF4-FFF2-40B4-BE49-F238E27FC236}">
                  <a16:creationId xmlns:a16="http://schemas.microsoft.com/office/drawing/2014/main" id="{801DAE57-25EA-B60E-36C1-6F1764324E1F}"/>
                </a:ext>
              </a:extLst>
            </p:cNvPr>
            <p:cNvSpPr/>
            <p:nvPr/>
          </p:nvSpPr>
          <p:spPr>
            <a:xfrm>
              <a:off x="4248566" y="797993"/>
              <a:ext cx="341062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FP, 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67" name="矩形 366">
              <a:extLst>
                <a:ext uri="{FF2B5EF4-FFF2-40B4-BE49-F238E27FC236}">
                  <a16:creationId xmlns:a16="http://schemas.microsoft.com/office/drawing/2014/main" id="{DC911645-E5F7-A3F2-EAD7-A84766B16C3D}"/>
                </a:ext>
              </a:extLst>
            </p:cNvPr>
            <p:cNvSpPr/>
            <p:nvPr/>
          </p:nvSpPr>
          <p:spPr>
            <a:xfrm>
              <a:off x="4248566" y="1163002"/>
              <a:ext cx="341062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FP, 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69" name="矩形 368">
              <a:extLst>
                <a:ext uri="{FF2B5EF4-FFF2-40B4-BE49-F238E27FC236}">
                  <a16:creationId xmlns:a16="http://schemas.microsoft.com/office/drawing/2014/main" id="{D0FFDEA5-5406-4094-D8B7-221F1D393049}"/>
                </a:ext>
              </a:extLst>
            </p:cNvPr>
            <p:cNvSpPr/>
            <p:nvPr/>
          </p:nvSpPr>
          <p:spPr>
            <a:xfrm>
              <a:off x="4248566" y="1533727"/>
              <a:ext cx="341062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FP, 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70" name="直接箭头连接符 369">
              <a:extLst>
                <a:ext uri="{FF2B5EF4-FFF2-40B4-BE49-F238E27FC236}">
                  <a16:creationId xmlns:a16="http://schemas.microsoft.com/office/drawing/2014/main" id="{ABCEEFE7-C7A7-676B-1D0E-249D124509E6}"/>
                </a:ext>
              </a:extLst>
            </p:cNvPr>
            <p:cNvCxnSpPr>
              <a:cxnSpLocks/>
              <a:stCxn id="366" idx="1"/>
              <a:endCxn id="335" idx="3"/>
            </p:cNvCxnSpPr>
            <p:nvPr/>
          </p:nvCxnSpPr>
          <p:spPr>
            <a:xfrm flipH="1">
              <a:off x="4128533" y="870383"/>
              <a:ext cx="120033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1" name="直接箭头连接符 370">
              <a:extLst>
                <a:ext uri="{FF2B5EF4-FFF2-40B4-BE49-F238E27FC236}">
                  <a16:creationId xmlns:a16="http://schemas.microsoft.com/office/drawing/2014/main" id="{910B9B07-EE54-5A7E-B486-A888EB94FE48}"/>
                </a:ext>
              </a:extLst>
            </p:cNvPr>
            <p:cNvCxnSpPr>
              <a:cxnSpLocks/>
              <a:stCxn id="367" idx="1"/>
              <a:endCxn id="336" idx="3"/>
            </p:cNvCxnSpPr>
            <p:nvPr/>
          </p:nvCxnSpPr>
          <p:spPr>
            <a:xfrm flipH="1">
              <a:off x="4128533" y="1235392"/>
              <a:ext cx="120033" cy="2135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2" name="直接箭头连接符 371">
              <a:extLst>
                <a:ext uri="{FF2B5EF4-FFF2-40B4-BE49-F238E27FC236}">
                  <a16:creationId xmlns:a16="http://schemas.microsoft.com/office/drawing/2014/main" id="{23834AF6-B8F8-E07B-38B5-D4A073A0C317}"/>
                </a:ext>
              </a:extLst>
            </p:cNvPr>
            <p:cNvCxnSpPr>
              <a:cxnSpLocks/>
              <a:stCxn id="369" idx="1"/>
              <a:endCxn id="349" idx="3"/>
            </p:cNvCxnSpPr>
            <p:nvPr/>
          </p:nvCxnSpPr>
          <p:spPr>
            <a:xfrm flipH="1">
              <a:off x="4128533" y="1606117"/>
              <a:ext cx="120033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4" name="矩形 383">
              <a:extLst>
                <a:ext uri="{FF2B5EF4-FFF2-40B4-BE49-F238E27FC236}">
                  <a16:creationId xmlns:a16="http://schemas.microsoft.com/office/drawing/2014/main" id="{E12B92BB-81C0-F4D9-5EB5-4F2A498B5F6B}"/>
                </a:ext>
              </a:extLst>
            </p:cNvPr>
            <p:cNvSpPr/>
            <p:nvPr/>
          </p:nvSpPr>
          <p:spPr>
            <a:xfrm>
              <a:off x="1680956" y="363637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L2P Entry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85" name="矩形 384">
              <a:extLst>
                <a:ext uri="{FF2B5EF4-FFF2-40B4-BE49-F238E27FC236}">
                  <a16:creationId xmlns:a16="http://schemas.microsoft.com/office/drawing/2014/main" id="{681A95DD-8C89-F410-989D-873026C5FF82}"/>
                </a:ext>
              </a:extLst>
            </p:cNvPr>
            <p:cNvSpPr/>
            <p:nvPr/>
          </p:nvSpPr>
          <p:spPr>
            <a:xfrm>
              <a:off x="436955" y="363637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L2P Entry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86" name="矩形 385">
              <a:extLst>
                <a:ext uri="{FF2B5EF4-FFF2-40B4-BE49-F238E27FC236}">
                  <a16:creationId xmlns:a16="http://schemas.microsoft.com/office/drawing/2014/main" id="{5AE21D9C-E621-B85C-5BA0-D0E9CF99FB20}"/>
                </a:ext>
              </a:extLst>
            </p:cNvPr>
            <p:cNvSpPr/>
            <p:nvPr/>
          </p:nvSpPr>
          <p:spPr>
            <a:xfrm>
              <a:off x="3403675" y="363637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L2P Entry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87" name="矩形 386">
              <a:extLst>
                <a:ext uri="{FF2B5EF4-FFF2-40B4-BE49-F238E27FC236}">
                  <a16:creationId xmlns:a16="http://schemas.microsoft.com/office/drawing/2014/main" id="{6C157B11-C251-9FF0-1880-BA61F7DF625F}"/>
                </a:ext>
              </a:extLst>
            </p:cNvPr>
            <p:cNvSpPr/>
            <p:nvPr/>
          </p:nvSpPr>
          <p:spPr>
            <a:xfrm>
              <a:off x="2428421" y="580525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FP2P Entry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88" name="矩形 387">
              <a:extLst>
                <a:ext uri="{FF2B5EF4-FFF2-40B4-BE49-F238E27FC236}">
                  <a16:creationId xmlns:a16="http://schemas.microsoft.com/office/drawing/2014/main" id="{004AB3F9-CD29-EB15-C27A-7382AFD3C96E}"/>
                </a:ext>
              </a:extLst>
            </p:cNvPr>
            <p:cNvSpPr/>
            <p:nvPr/>
          </p:nvSpPr>
          <p:spPr>
            <a:xfrm>
              <a:off x="4136778" y="580525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FP2P Entry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90" name="矩形 389">
              <a:extLst>
                <a:ext uri="{FF2B5EF4-FFF2-40B4-BE49-F238E27FC236}">
                  <a16:creationId xmlns:a16="http://schemas.microsoft.com/office/drawing/2014/main" id="{DDC631EB-7692-5EFE-D7C9-2ADC35126A1F}"/>
                </a:ext>
              </a:extLst>
            </p:cNvPr>
            <p:cNvSpPr/>
            <p:nvPr/>
          </p:nvSpPr>
          <p:spPr>
            <a:xfrm>
              <a:off x="5162132" y="527050"/>
              <a:ext cx="492425" cy="653673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1" name="矩形 390">
              <a:extLst>
                <a:ext uri="{FF2B5EF4-FFF2-40B4-BE49-F238E27FC236}">
                  <a16:creationId xmlns:a16="http://schemas.microsoft.com/office/drawing/2014/main" id="{A0E7964A-3DC4-2F15-E5CE-C3DADEBCC34C}"/>
                </a:ext>
              </a:extLst>
            </p:cNvPr>
            <p:cNvSpPr/>
            <p:nvPr/>
          </p:nvSpPr>
          <p:spPr>
            <a:xfrm>
              <a:off x="4782365" y="767946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92" name="矩形 391">
              <a:extLst>
                <a:ext uri="{FF2B5EF4-FFF2-40B4-BE49-F238E27FC236}">
                  <a16:creationId xmlns:a16="http://schemas.microsoft.com/office/drawing/2014/main" id="{1A598433-ACF7-6548-1448-663731C7CF4A}"/>
                </a:ext>
              </a:extLst>
            </p:cNvPr>
            <p:cNvSpPr/>
            <p:nvPr/>
          </p:nvSpPr>
          <p:spPr>
            <a:xfrm>
              <a:off x="5242216" y="595226"/>
              <a:ext cx="351507" cy="14478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D9D9D9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FP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93" name="矩形 392">
              <a:extLst>
                <a:ext uri="{FF2B5EF4-FFF2-40B4-BE49-F238E27FC236}">
                  <a16:creationId xmlns:a16="http://schemas.microsoft.com/office/drawing/2014/main" id="{6B22B188-64DB-0520-4B49-E8E55D6D003A}"/>
                </a:ext>
              </a:extLst>
            </p:cNvPr>
            <p:cNvSpPr/>
            <p:nvPr/>
          </p:nvSpPr>
          <p:spPr>
            <a:xfrm>
              <a:off x="5242217" y="797993"/>
              <a:ext cx="351508" cy="14478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D9D9D9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>
                  <a:solidFill>
                    <a:schemeClr val="tx1"/>
                  </a:solidFill>
                </a:rPr>
                <a:t>LBN</a:t>
              </a:r>
              <a:r>
                <a:rPr lang="zh-CN" altLang="en-US" sz="70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FP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94" name="矩形 393">
              <a:extLst>
                <a:ext uri="{FF2B5EF4-FFF2-40B4-BE49-F238E27FC236}">
                  <a16:creationId xmlns:a16="http://schemas.microsoft.com/office/drawing/2014/main" id="{CF8AD687-10EE-5D40-43AE-D2B0E3762B60}"/>
                </a:ext>
              </a:extLst>
            </p:cNvPr>
            <p:cNvSpPr/>
            <p:nvPr/>
          </p:nvSpPr>
          <p:spPr>
            <a:xfrm>
              <a:off x="5242217" y="986386"/>
              <a:ext cx="351508" cy="14478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D9D9D9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FP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00" name="矩形 399">
              <a:extLst>
                <a:ext uri="{FF2B5EF4-FFF2-40B4-BE49-F238E27FC236}">
                  <a16:creationId xmlns:a16="http://schemas.microsoft.com/office/drawing/2014/main" id="{B0E018AA-C8A4-5FDB-71A6-9C484E5C1036}"/>
                </a:ext>
              </a:extLst>
            </p:cNvPr>
            <p:cNvSpPr/>
            <p:nvPr/>
          </p:nvSpPr>
          <p:spPr>
            <a:xfrm>
              <a:off x="5798383" y="797993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01" name="矩形 400">
              <a:extLst>
                <a:ext uri="{FF2B5EF4-FFF2-40B4-BE49-F238E27FC236}">
                  <a16:creationId xmlns:a16="http://schemas.microsoft.com/office/drawing/2014/main" id="{C990342C-6B0B-CF5E-3D27-70CACD1A03DB}"/>
                </a:ext>
              </a:extLst>
            </p:cNvPr>
            <p:cNvSpPr/>
            <p:nvPr/>
          </p:nvSpPr>
          <p:spPr>
            <a:xfrm>
              <a:off x="5798383" y="1165137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03" name="直接箭头连接符 402">
              <a:extLst>
                <a:ext uri="{FF2B5EF4-FFF2-40B4-BE49-F238E27FC236}">
                  <a16:creationId xmlns:a16="http://schemas.microsoft.com/office/drawing/2014/main" id="{B8417514-2D09-F67B-045B-DFF24B1C7CC1}"/>
                </a:ext>
              </a:extLst>
            </p:cNvPr>
            <p:cNvCxnSpPr>
              <a:cxnSpLocks/>
              <a:stCxn id="392" idx="3"/>
              <a:endCxn id="400" idx="1"/>
            </p:cNvCxnSpPr>
            <p:nvPr/>
          </p:nvCxnSpPr>
          <p:spPr>
            <a:xfrm>
              <a:off x="5593723" y="667616"/>
              <a:ext cx="204660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4" name="直接箭头连接符 403">
              <a:extLst>
                <a:ext uri="{FF2B5EF4-FFF2-40B4-BE49-F238E27FC236}">
                  <a16:creationId xmlns:a16="http://schemas.microsoft.com/office/drawing/2014/main" id="{EDDA8070-29E4-19FD-9FEA-32A75B31D3A7}"/>
                </a:ext>
              </a:extLst>
            </p:cNvPr>
            <p:cNvCxnSpPr>
              <a:cxnSpLocks/>
              <a:stCxn id="393" idx="3"/>
              <a:endCxn id="400" idx="1"/>
            </p:cNvCxnSpPr>
            <p:nvPr/>
          </p:nvCxnSpPr>
          <p:spPr>
            <a:xfrm>
              <a:off x="5593725" y="870383"/>
              <a:ext cx="204658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6" name="直接箭头连接符 405">
              <a:extLst>
                <a:ext uri="{FF2B5EF4-FFF2-40B4-BE49-F238E27FC236}">
                  <a16:creationId xmlns:a16="http://schemas.microsoft.com/office/drawing/2014/main" id="{39D9DFD4-265B-F7FE-AED5-1FFA21F10D08}"/>
                </a:ext>
              </a:extLst>
            </p:cNvPr>
            <p:cNvCxnSpPr>
              <a:cxnSpLocks/>
              <a:stCxn id="394" idx="3"/>
              <a:endCxn id="401" idx="1"/>
            </p:cNvCxnSpPr>
            <p:nvPr/>
          </p:nvCxnSpPr>
          <p:spPr>
            <a:xfrm>
              <a:off x="5593725" y="1058776"/>
              <a:ext cx="204658" cy="178751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7" name="直接箭头连接符 406">
              <a:extLst>
                <a:ext uri="{FF2B5EF4-FFF2-40B4-BE49-F238E27FC236}">
                  <a16:creationId xmlns:a16="http://schemas.microsoft.com/office/drawing/2014/main" id="{ECDDB729-A37D-C9EC-8BD2-D32F6673D9DD}"/>
                </a:ext>
              </a:extLst>
            </p:cNvPr>
            <p:cNvCxnSpPr>
              <a:cxnSpLocks/>
              <a:stCxn id="391" idx="3"/>
              <a:endCxn id="394" idx="1"/>
            </p:cNvCxnSpPr>
            <p:nvPr/>
          </p:nvCxnSpPr>
          <p:spPr>
            <a:xfrm>
              <a:off x="5037559" y="870383"/>
              <a:ext cx="204658" cy="18839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8" name="直接箭头连接符 407">
              <a:extLst>
                <a:ext uri="{FF2B5EF4-FFF2-40B4-BE49-F238E27FC236}">
                  <a16:creationId xmlns:a16="http://schemas.microsoft.com/office/drawing/2014/main" id="{8087E822-46B5-D2ED-7FB2-83C27506495D}"/>
                </a:ext>
              </a:extLst>
            </p:cNvPr>
            <p:cNvCxnSpPr>
              <a:cxnSpLocks/>
              <a:stCxn id="391" idx="3"/>
              <a:endCxn id="393" idx="1"/>
            </p:cNvCxnSpPr>
            <p:nvPr/>
          </p:nvCxnSpPr>
          <p:spPr>
            <a:xfrm>
              <a:off x="5037559" y="870383"/>
              <a:ext cx="204658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9" name="直接箭头连接符 408">
              <a:extLst>
                <a:ext uri="{FF2B5EF4-FFF2-40B4-BE49-F238E27FC236}">
                  <a16:creationId xmlns:a16="http://schemas.microsoft.com/office/drawing/2014/main" id="{AFE5AAAD-188B-0A4B-7748-D404A28436FE}"/>
                </a:ext>
              </a:extLst>
            </p:cNvPr>
            <p:cNvCxnSpPr>
              <a:cxnSpLocks/>
              <a:stCxn id="391" idx="3"/>
              <a:endCxn id="392" idx="1"/>
            </p:cNvCxnSpPr>
            <p:nvPr/>
          </p:nvCxnSpPr>
          <p:spPr>
            <a:xfrm flipV="1">
              <a:off x="5037559" y="667616"/>
              <a:ext cx="204657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0" name="矩形 409">
              <a:extLst>
                <a:ext uri="{FF2B5EF4-FFF2-40B4-BE49-F238E27FC236}">
                  <a16:creationId xmlns:a16="http://schemas.microsoft.com/office/drawing/2014/main" id="{ACCE0077-4590-212C-7D99-400EC180DD4C}"/>
                </a:ext>
              </a:extLst>
            </p:cNvPr>
            <p:cNvSpPr/>
            <p:nvPr/>
          </p:nvSpPr>
          <p:spPr>
            <a:xfrm>
              <a:off x="5162132" y="1262784"/>
              <a:ext cx="492425" cy="653673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1" name="矩形 410">
              <a:extLst>
                <a:ext uri="{FF2B5EF4-FFF2-40B4-BE49-F238E27FC236}">
                  <a16:creationId xmlns:a16="http://schemas.microsoft.com/office/drawing/2014/main" id="{D3D5E7C9-9E20-4BD6-460E-5F26700B9A8E}"/>
                </a:ext>
              </a:extLst>
            </p:cNvPr>
            <p:cNvSpPr/>
            <p:nvPr/>
          </p:nvSpPr>
          <p:spPr>
            <a:xfrm>
              <a:off x="4782365" y="1503680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12" name="矩形 411">
              <a:extLst>
                <a:ext uri="{FF2B5EF4-FFF2-40B4-BE49-F238E27FC236}">
                  <a16:creationId xmlns:a16="http://schemas.microsoft.com/office/drawing/2014/main" id="{5DE53FD0-A083-2E1F-F5CE-B7A73CF89CBC}"/>
                </a:ext>
              </a:extLst>
            </p:cNvPr>
            <p:cNvSpPr/>
            <p:nvPr/>
          </p:nvSpPr>
          <p:spPr>
            <a:xfrm>
              <a:off x="5242217" y="1330960"/>
              <a:ext cx="351508" cy="14478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D9D9D9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FP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13" name="矩形 412">
              <a:extLst>
                <a:ext uri="{FF2B5EF4-FFF2-40B4-BE49-F238E27FC236}">
                  <a16:creationId xmlns:a16="http://schemas.microsoft.com/office/drawing/2014/main" id="{36CE708E-3587-454B-D241-25016EF0E07B}"/>
                </a:ext>
              </a:extLst>
            </p:cNvPr>
            <p:cNvSpPr/>
            <p:nvPr/>
          </p:nvSpPr>
          <p:spPr>
            <a:xfrm>
              <a:off x="5242217" y="1533727"/>
              <a:ext cx="351508" cy="14478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D9D9D9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>
                  <a:solidFill>
                    <a:schemeClr val="tx1"/>
                  </a:solidFill>
                </a:rPr>
                <a:t>LBN</a:t>
              </a:r>
              <a:r>
                <a:rPr lang="zh-CN" altLang="en-US" sz="70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FP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14" name="矩形 413">
              <a:extLst>
                <a:ext uri="{FF2B5EF4-FFF2-40B4-BE49-F238E27FC236}">
                  <a16:creationId xmlns:a16="http://schemas.microsoft.com/office/drawing/2014/main" id="{32A492D5-03A0-CE09-C71D-6922FCF0A322}"/>
                </a:ext>
              </a:extLst>
            </p:cNvPr>
            <p:cNvSpPr/>
            <p:nvPr/>
          </p:nvSpPr>
          <p:spPr>
            <a:xfrm>
              <a:off x="5242217" y="1722120"/>
              <a:ext cx="351508" cy="14478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D9D9D9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FP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15" name="矩形 414">
              <a:extLst>
                <a:ext uri="{FF2B5EF4-FFF2-40B4-BE49-F238E27FC236}">
                  <a16:creationId xmlns:a16="http://schemas.microsoft.com/office/drawing/2014/main" id="{50C79A10-9495-1975-58AB-889C8EAB8322}"/>
                </a:ext>
              </a:extLst>
            </p:cNvPr>
            <p:cNvSpPr/>
            <p:nvPr/>
          </p:nvSpPr>
          <p:spPr>
            <a:xfrm>
              <a:off x="5798383" y="1533727"/>
              <a:ext cx="204658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Data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16" name="直接箭头连接符 415">
              <a:extLst>
                <a:ext uri="{FF2B5EF4-FFF2-40B4-BE49-F238E27FC236}">
                  <a16:creationId xmlns:a16="http://schemas.microsoft.com/office/drawing/2014/main" id="{F1B72DD8-F2FB-173F-893C-6CB064CC819A}"/>
                </a:ext>
              </a:extLst>
            </p:cNvPr>
            <p:cNvCxnSpPr>
              <a:cxnSpLocks/>
              <a:stCxn id="412" idx="3"/>
              <a:endCxn id="401" idx="1"/>
            </p:cNvCxnSpPr>
            <p:nvPr/>
          </p:nvCxnSpPr>
          <p:spPr>
            <a:xfrm flipV="1">
              <a:off x="5593725" y="1237527"/>
              <a:ext cx="204658" cy="16582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7" name="直接箭头连接符 416">
              <a:extLst>
                <a:ext uri="{FF2B5EF4-FFF2-40B4-BE49-F238E27FC236}">
                  <a16:creationId xmlns:a16="http://schemas.microsoft.com/office/drawing/2014/main" id="{3AC72CB7-2141-E68C-328F-C812BAB7588C}"/>
                </a:ext>
              </a:extLst>
            </p:cNvPr>
            <p:cNvCxnSpPr>
              <a:cxnSpLocks/>
              <a:stCxn id="413" idx="3"/>
              <a:endCxn id="415" idx="1"/>
            </p:cNvCxnSpPr>
            <p:nvPr/>
          </p:nvCxnSpPr>
          <p:spPr>
            <a:xfrm>
              <a:off x="5593725" y="1606117"/>
              <a:ext cx="204658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8" name="直接箭头连接符 417">
              <a:extLst>
                <a:ext uri="{FF2B5EF4-FFF2-40B4-BE49-F238E27FC236}">
                  <a16:creationId xmlns:a16="http://schemas.microsoft.com/office/drawing/2014/main" id="{B1444515-5372-64C9-6B1A-840CE47E3B10}"/>
                </a:ext>
              </a:extLst>
            </p:cNvPr>
            <p:cNvCxnSpPr>
              <a:cxnSpLocks/>
              <a:stCxn id="414" idx="3"/>
              <a:endCxn id="415" idx="1"/>
            </p:cNvCxnSpPr>
            <p:nvPr/>
          </p:nvCxnSpPr>
          <p:spPr>
            <a:xfrm flipV="1">
              <a:off x="5593725" y="1606117"/>
              <a:ext cx="204658" cy="18839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9" name="直接箭头连接符 418">
              <a:extLst>
                <a:ext uri="{FF2B5EF4-FFF2-40B4-BE49-F238E27FC236}">
                  <a16:creationId xmlns:a16="http://schemas.microsoft.com/office/drawing/2014/main" id="{1E6B478B-366D-182B-CBD7-8427F0020C19}"/>
                </a:ext>
              </a:extLst>
            </p:cNvPr>
            <p:cNvCxnSpPr>
              <a:cxnSpLocks/>
              <a:stCxn id="411" idx="3"/>
              <a:endCxn id="414" idx="1"/>
            </p:cNvCxnSpPr>
            <p:nvPr/>
          </p:nvCxnSpPr>
          <p:spPr>
            <a:xfrm>
              <a:off x="5037559" y="1606117"/>
              <a:ext cx="204658" cy="18839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0" name="直接箭头连接符 419">
              <a:extLst>
                <a:ext uri="{FF2B5EF4-FFF2-40B4-BE49-F238E27FC236}">
                  <a16:creationId xmlns:a16="http://schemas.microsoft.com/office/drawing/2014/main" id="{AAF91394-02D3-5CE4-ACF7-C91B00112A35}"/>
                </a:ext>
              </a:extLst>
            </p:cNvPr>
            <p:cNvCxnSpPr>
              <a:cxnSpLocks/>
              <a:stCxn id="411" idx="3"/>
              <a:endCxn id="413" idx="1"/>
            </p:cNvCxnSpPr>
            <p:nvPr/>
          </p:nvCxnSpPr>
          <p:spPr>
            <a:xfrm>
              <a:off x="5037559" y="1606117"/>
              <a:ext cx="204658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1" name="直接箭头连接符 420">
              <a:extLst>
                <a:ext uri="{FF2B5EF4-FFF2-40B4-BE49-F238E27FC236}">
                  <a16:creationId xmlns:a16="http://schemas.microsoft.com/office/drawing/2014/main" id="{5FD3F8D9-A8B0-633E-9DBA-EE4280888A95}"/>
                </a:ext>
              </a:extLst>
            </p:cNvPr>
            <p:cNvCxnSpPr>
              <a:cxnSpLocks/>
              <a:stCxn id="411" idx="3"/>
              <a:endCxn id="412" idx="1"/>
            </p:cNvCxnSpPr>
            <p:nvPr/>
          </p:nvCxnSpPr>
          <p:spPr>
            <a:xfrm flipV="1">
              <a:off x="5037559" y="1403350"/>
              <a:ext cx="204658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8" name="矩形 427">
              <a:extLst>
                <a:ext uri="{FF2B5EF4-FFF2-40B4-BE49-F238E27FC236}">
                  <a16:creationId xmlns:a16="http://schemas.microsoft.com/office/drawing/2014/main" id="{34DFE082-7600-C2CD-0383-3E4E8FBB9D59}"/>
                </a:ext>
              </a:extLst>
            </p:cNvPr>
            <p:cNvSpPr/>
            <p:nvPr/>
          </p:nvSpPr>
          <p:spPr>
            <a:xfrm>
              <a:off x="5103100" y="363637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FDM Entry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37" name="矩形 536">
              <a:extLst>
                <a:ext uri="{FF2B5EF4-FFF2-40B4-BE49-F238E27FC236}">
                  <a16:creationId xmlns:a16="http://schemas.microsoft.com/office/drawing/2014/main" id="{B6109EDF-603A-4ACF-0BAD-DAC3AB38CEFE}"/>
                </a:ext>
              </a:extLst>
            </p:cNvPr>
            <p:cNvSpPr/>
            <p:nvPr/>
          </p:nvSpPr>
          <p:spPr>
            <a:xfrm>
              <a:off x="1629360" y="198205"/>
              <a:ext cx="255194" cy="10492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38" name="矩形 537">
              <a:extLst>
                <a:ext uri="{FF2B5EF4-FFF2-40B4-BE49-F238E27FC236}">
                  <a16:creationId xmlns:a16="http://schemas.microsoft.com/office/drawing/2014/main" id="{02F6EA7C-893B-4E18-C7F5-A8D2E4D07AED}"/>
                </a:ext>
              </a:extLst>
            </p:cNvPr>
            <p:cNvSpPr/>
            <p:nvPr/>
          </p:nvSpPr>
          <p:spPr>
            <a:xfrm>
              <a:off x="1871315" y="182364"/>
              <a:ext cx="1173766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Managed by File System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45" name="矩形 544">
              <a:extLst>
                <a:ext uri="{FF2B5EF4-FFF2-40B4-BE49-F238E27FC236}">
                  <a16:creationId xmlns:a16="http://schemas.microsoft.com/office/drawing/2014/main" id="{ECDC462E-13F0-E768-EDCC-3615C8D289C2}"/>
                </a:ext>
              </a:extLst>
            </p:cNvPr>
            <p:cNvSpPr/>
            <p:nvPr/>
          </p:nvSpPr>
          <p:spPr>
            <a:xfrm>
              <a:off x="1394503" y="1783001"/>
              <a:ext cx="1518679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File System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51" name="箭头: 上下 550">
              <a:extLst>
                <a:ext uri="{FF2B5EF4-FFF2-40B4-BE49-F238E27FC236}">
                  <a16:creationId xmlns:a16="http://schemas.microsoft.com/office/drawing/2014/main" id="{01AD7464-F563-9BFB-0CDF-17B67AC88D83}"/>
                </a:ext>
              </a:extLst>
            </p:cNvPr>
            <p:cNvSpPr/>
            <p:nvPr/>
          </p:nvSpPr>
          <p:spPr>
            <a:xfrm>
              <a:off x="1564157" y="1622804"/>
              <a:ext cx="141084" cy="215900"/>
            </a:xfrm>
            <a:prstGeom prst="upDownArrow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552" name="矩形 551">
              <a:extLst>
                <a:ext uri="{FF2B5EF4-FFF2-40B4-BE49-F238E27FC236}">
                  <a16:creationId xmlns:a16="http://schemas.microsoft.com/office/drawing/2014/main" id="{636C8756-70A5-C481-8679-CDE9E8F10B20}"/>
                </a:ext>
              </a:extLst>
            </p:cNvPr>
            <p:cNvSpPr/>
            <p:nvPr/>
          </p:nvSpPr>
          <p:spPr>
            <a:xfrm>
              <a:off x="3182426" y="198205"/>
              <a:ext cx="255194" cy="104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53" name="矩形 552">
              <a:extLst>
                <a:ext uri="{FF2B5EF4-FFF2-40B4-BE49-F238E27FC236}">
                  <a16:creationId xmlns:a16="http://schemas.microsoft.com/office/drawing/2014/main" id="{AE2D2B56-CE15-ACD1-6888-64B1D591771D}"/>
                </a:ext>
              </a:extLst>
            </p:cNvPr>
            <p:cNvSpPr/>
            <p:nvPr/>
          </p:nvSpPr>
          <p:spPr>
            <a:xfrm>
              <a:off x="3447723" y="182364"/>
              <a:ext cx="1173766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Managed by Deduplication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54" name="矩形 553">
              <a:extLst>
                <a:ext uri="{FF2B5EF4-FFF2-40B4-BE49-F238E27FC236}">
                  <a16:creationId xmlns:a16="http://schemas.microsoft.com/office/drawing/2014/main" id="{B675A485-CDED-EFF5-D9FA-F447BBB264BA}"/>
                </a:ext>
              </a:extLst>
            </p:cNvPr>
            <p:cNvSpPr/>
            <p:nvPr/>
          </p:nvSpPr>
          <p:spPr>
            <a:xfrm>
              <a:off x="4643457" y="1946797"/>
              <a:ext cx="1600199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rgbClr val="C00000"/>
                  </a:solidFill>
                </a:rPr>
                <a:t>(d) FDM (</a:t>
              </a:r>
              <a:r>
                <a:rPr lang="en-US" altLang="zh-CN" sz="800" b="1" dirty="0">
                  <a:solidFill>
                    <a:srgbClr val="C00000"/>
                  </a:solidFill>
                </a:rPr>
                <a:t>Trade space for Efficiency</a:t>
              </a:r>
              <a:r>
                <a:rPr lang="en-US" altLang="zh-CN" sz="800" dirty="0">
                  <a:solidFill>
                    <a:srgbClr val="C00000"/>
                  </a:solidFill>
                </a:rPr>
                <a:t>)</a:t>
              </a:r>
              <a:endParaRPr lang="zh-CN" altLang="en-US" sz="800" dirty="0">
                <a:solidFill>
                  <a:srgbClr val="C00000"/>
                </a:solidFill>
              </a:endParaRPr>
            </a:p>
          </p:txBody>
        </p:sp>
        <p:sp>
          <p:nvSpPr>
            <p:cNvPr id="555" name="文本框 554">
              <a:extLst>
                <a:ext uri="{FF2B5EF4-FFF2-40B4-BE49-F238E27FC236}">
                  <a16:creationId xmlns:a16="http://schemas.microsoft.com/office/drawing/2014/main" id="{32976626-8B5E-456F-BE7B-3495A2C02B73}"/>
                </a:ext>
              </a:extLst>
            </p:cNvPr>
            <p:cNvSpPr txBox="1"/>
            <p:nvPr/>
          </p:nvSpPr>
          <p:spPr>
            <a:xfrm>
              <a:off x="365657" y="1953543"/>
              <a:ext cx="66450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(a) File System</a:t>
              </a:r>
              <a:endParaRPr lang="zh-CN" altLang="en-US" sz="800" dirty="0"/>
            </a:p>
          </p:txBody>
        </p:sp>
        <p:sp>
          <p:nvSpPr>
            <p:cNvPr id="556" name="文本框 555">
              <a:extLst>
                <a:ext uri="{FF2B5EF4-FFF2-40B4-BE49-F238E27FC236}">
                  <a16:creationId xmlns:a16="http://schemas.microsoft.com/office/drawing/2014/main" id="{F02EA08E-B8C1-3A32-649C-E39CDAF769BE}"/>
                </a:ext>
              </a:extLst>
            </p:cNvPr>
            <p:cNvSpPr txBox="1"/>
            <p:nvPr/>
          </p:nvSpPr>
          <p:spPr>
            <a:xfrm>
              <a:off x="1394504" y="1953543"/>
              <a:ext cx="1518678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(b) Stand-alone Dedup</a:t>
              </a:r>
              <a:endParaRPr lang="zh-CN" altLang="en-US" sz="800" dirty="0"/>
            </a:p>
          </p:txBody>
        </p:sp>
        <p:sp>
          <p:nvSpPr>
            <p:cNvPr id="557" name="文本框 556">
              <a:extLst>
                <a:ext uri="{FF2B5EF4-FFF2-40B4-BE49-F238E27FC236}">
                  <a16:creationId xmlns:a16="http://schemas.microsoft.com/office/drawing/2014/main" id="{B15B9E41-B4A6-D1E4-816C-B6ED2B552E9B}"/>
                </a:ext>
              </a:extLst>
            </p:cNvPr>
            <p:cNvSpPr txBox="1"/>
            <p:nvPr/>
          </p:nvSpPr>
          <p:spPr>
            <a:xfrm>
              <a:off x="3117223" y="1953543"/>
              <a:ext cx="1518678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(c) Dedup File System</a:t>
              </a:r>
              <a:endParaRPr lang="zh-CN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31494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组合 68">
            <a:extLst>
              <a:ext uri="{FF2B5EF4-FFF2-40B4-BE49-F238E27FC236}">
                <a16:creationId xmlns:a16="http://schemas.microsoft.com/office/drawing/2014/main" id="{C19283AB-2185-EAB5-98ED-096A9D757155}"/>
              </a:ext>
            </a:extLst>
          </p:cNvPr>
          <p:cNvGrpSpPr/>
          <p:nvPr/>
        </p:nvGrpSpPr>
        <p:grpSpPr>
          <a:xfrm>
            <a:off x="150503" y="182364"/>
            <a:ext cx="6189886" cy="1894290"/>
            <a:chOff x="150503" y="182364"/>
            <a:chExt cx="6189886" cy="1894290"/>
          </a:xfrm>
        </p:grpSpPr>
        <p:sp>
          <p:nvSpPr>
            <p:cNvPr id="382" name="矩形 381">
              <a:extLst>
                <a:ext uri="{FF2B5EF4-FFF2-40B4-BE49-F238E27FC236}">
                  <a16:creationId xmlns:a16="http://schemas.microsoft.com/office/drawing/2014/main" id="{A7957FDF-79F7-C0F9-E179-E72E23876209}"/>
                </a:ext>
              </a:extLst>
            </p:cNvPr>
            <p:cNvSpPr/>
            <p:nvPr/>
          </p:nvSpPr>
          <p:spPr>
            <a:xfrm>
              <a:off x="2463390" y="740007"/>
              <a:ext cx="603297" cy="968547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矩形 458">
              <a:extLst>
                <a:ext uri="{FF2B5EF4-FFF2-40B4-BE49-F238E27FC236}">
                  <a16:creationId xmlns:a16="http://schemas.microsoft.com/office/drawing/2014/main" id="{EF00A4F7-9BCF-5075-A945-EFAF00EC08F9}"/>
                </a:ext>
              </a:extLst>
            </p:cNvPr>
            <p:cNvSpPr/>
            <p:nvPr/>
          </p:nvSpPr>
          <p:spPr>
            <a:xfrm>
              <a:off x="530270" y="527050"/>
              <a:ext cx="633503" cy="653673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4B74CA6-F0AA-0F52-3936-BFE784BDD6AF}"/>
                </a:ext>
              </a:extLst>
            </p:cNvPr>
            <p:cNvSpPr/>
            <p:nvPr/>
          </p:nvSpPr>
          <p:spPr>
            <a:xfrm>
              <a:off x="150503" y="767946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E86AD41A-5C3E-B446-E9EE-4E1C966CBC92}"/>
                </a:ext>
              </a:extLst>
            </p:cNvPr>
            <p:cNvSpPr/>
            <p:nvPr/>
          </p:nvSpPr>
          <p:spPr>
            <a:xfrm>
              <a:off x="610354" y="595226"/>
              <a:ext cx="494771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EC9967A-C09F-3C8D-3AC7-E5BCCDF9472E}"/>
                </a:ext>
              </a:extLst>
            </p:cNvPr>
            <p:cNvSpPr/>
            <p:nvPr/>
          </p:nvSpPr>
          <p:spPr>
            <a:xfrm>
              <a:off x="610354" y="797993"/>
              <a:ext cx="494771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475983F-8F75-4A6A-8180-2C216320DB52}"/>
                </a:ext>
              </a:extLst>
            </p:cNvPr>
            <p:cNvSpPr/>
            <p:nvPr/>
          </p:nvSpPr>
          <p:spPr>
            <a:xfrm>
              <a:off x="610354" y="986386"/>
              <a:ext cx="494771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LBN3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PBN3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F02981D6-94D7-8FAC-080C-6A34018BD632}"/>
                </a:ext>
              </a:extLst>
            </p:cNvPr>
            <p:cNvCxnSpPr>
              <a:cxnSpLocks/>
              <a:stCxn id="25" idx="3"/>
              <a:endCxn id="29" idx="1"/>
            </p:cNvCxnSpPr>
            <p:nvPr/>
          </p:nvCxnSpPr>
          <p:spPr>
            <a:xfrm>
              <a:off x="405697" y="870383"/>
              <a:ext cx="204657" cy="18839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2" name="直接箭头连接符 451">
              <a:extLst>
                <a:ext uri="{FF2B5EF4-FFF2-40B4-BE49-F238E27FC236}">
                  <a16:creationId xmlns:a16="http://schemas.microsoft.com/office/drawing/2014/main" id="{515E4AB9-E133-92D3-385D-DB427754B929}"/>
                </a:ext>
              </a:extLst>
            </p:cNvPr>
            <p:cNvCxnSpPr>
              <a:cxnSpLocks/>
              <a:stCxn id="25" idx="3"/>
              <a:endCxn id="28" idx="1"/>
            </p:cNvCxnSpPr>
            <p:nvPr/>
          </p:nvCxnSpPr>
          <p:spPr>
            <a:xfrm>
              <a:off x="405697" y="870383"/>
              <a:ext cx="204657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6" name="直接箭头连接符 455">
              <a:extLst>
                <a:ext uri="{FF2B5EF4-FFF2-40B4-BE49-F238E27FC236}">
                  <a16:creationId xmlns:a16="http://schemas.microsoft.com/office/drawing/2014/main" id="{A6257777-2322-D2E2-54C2-E475E039BD6F}"/>
                </a:ext>
              </a:extLst>
            </p:cNvPr>
            <p:cNvCxnSpPr>
              <a:cxnSpLocks/>
              <a:stCxn id="25" idx="3"/>
              <a:endCxn id="27" idx="1"/>
            </p:cNvCxnSpPr>
            <p:nvPr/>
          </p:nvCxnSpPr>
          <p:spPr>
            <a:xfrm flipV="1">
              <a:off x="405697" y="667616"/>
              <a:ext cx="204657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7" name="矩形 506">
              <a:extLst>
                <a:ext uri="{FF2B5EF4-FFF2-40B4-BE49-F238E27FC236}">
                  <a16:creationId xmlns:a16="http://schemas.microsoft.com/office/drawing/2014/main" id="{D6918A7F-A422-56D8-9C1A-145732D56C7D}"/>
                </a:ext>
              </a:extLst>
            </p:cNvPr>
            <p:cNvSpPr/>
            <p:nvPr/>
          </p:nvSpPr>
          <p:spPr>
            <a:xfrm>
              <a:off x="530270" y="1262784"/>
              <a:ext cx="633503" cy="653673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8" name="矩形 507">
              <a:extLst>
                <a:ext uri="{FF2B5EF4-FFF2-40B4-BE49-F238E27FC236}">
                  <a16:creationId xmlns:a16="http://schemas.microsoft.com/office/drawing/2014/main" id="{BD0BD994-0419-8C8A-FF03-A0E96F9033C2}"/>
                </a:ext>
              </a:extLst>
            </p:cNvPr>
            <p:cNvSpPr/>
            <p:nvPr/>
          </p:nvSpPr>
          <p:spPr>
            <a:xfrm>
              <a:off x="150503" y="1503680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09" name="矩形 508">
              <a:extLst>
                <a:ext uri="{FF2B5EF4-FFF2-40B4-BE49-F238E27FC236}">
                  <a16:creationId xmlns:a16="http://schemas.microsoft.com/office/drawing/2014/main" id="{221AF2C2-51D3-1419-1F18-8BDF31E9AF6A}"/>
                </a:ext>
              </a:extLst>
            </p:cNvPr>
            <p:cNvSpPr/>
            <p:nvPr/>
          </p:nvSpPr>
          <p:spPr>
            <a:xfrm>
              <a:off x="610354" y="1330960"/>
              <a:ext cx="494771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PBN4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10" name="矩形 509">
              <a:extLst>
                <a:ext uri="{FF2B5EF4-FFF2-40B4-BE49-F238E27FC236}">
                  <a16:creationId xmlns:a16="http://schemas.microsoft.com/office/drawing/2014/main" id="{E314A128-CAA9-0020-40FC-9B772DCF84AE}"/>
                </a:ext>
              </a:extLst>
            </p:cNvPr>
            <p:cNvSpPr/>
            <p:nvPr/>
          </p:nvSpPr>
          <p:spPr>
            <a:xfrm>
              <a:off x="610354" y="1533727"/>
              <a:ext cx="494771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PBN5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11" name="矩形 510">
              <a:extLst>
                <a:ext uri="{FF2B5EF4-FFF2-40B4-BE49-F238E27FC236}">
                  <a16:creationId xmlns:a16="http://schemas.microsoft.com/office/drawing/2014/main" id="{39CB6A1D-8749-DCF3-90CD-CDC618B529A1}"/>
                </a:ext>
              </a:extLst>
            </p:cNvPr>
            <p:cNvSpPr/>
            <p:nvPr/>
          </p:nvSpPr>
          <p:spPr>
            <a:xfrm>
              <a:off x="610354" y="1722120"/>
              <a:ext cx="494771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LBN3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PBN6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12EEF7A6-0084-C70A-0F64-A74378D65E3B}"/>
                </a:ext>
              </a:extLst>
            </p:cNvPr>
            <p:cNvCxnSpPr>
              <a:cxnSpLocks/>
              <a:stCxn id="508" idx="3"/>
              <a:endCxn id="511" idx="1"/>
            </p:cNvCxnSpPr>
            <p:nvPr/>
          </p:nvCxnSpPr>
          <p:spPr>
            <a:xfrm>
              <a:off x="405697" y="1606117"/>
              <a:ext cx="204657" cy="18839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F0977D9E-A406-77E3-AB04-1EBB07C27379}"/>
                </a:ext>
              </a:extLst>
            </p:cNvPr>
            <p:cNvCxnSpPr>
              <a:cxnSpLocks/>
              <a:stCxn id="508" idx="3"/>
              <a:endCxn id="510" idx="1"/>
            </p:cNvCxnSpPr>
            <p:nvPr/>
          </p:nvCxnSpPr>
          <p:spPr>
            <a:xfrm>
              <a:off x="405697" y="1606117"/>
              <a:ext cx="204657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B510133D-70F9-168B-490B-13CFA54D7F71}"/>
                </a:ext>
              </a:extLst>
            </p:cNvPr>
            <p:cNvCxnSpPr>
              <a:cxnSpLocks/>
              <a:stCxn id="508" idx="3"/>
              <a:endCxn id="509" idx="1"/>
            </p:cNvCxnSpPr>
            <p:nvPr/>
          </p:nvCxnSpPr>
          <p:spPr>
            <a:xfrm flipV="1">
              <a:off x="405697" y="1403350"/>
              <a:ext cx="204657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0A9F3143-D184-4825-F9FC-B26084A476F0}"/>
                </a:ext>
              </a:extLst>
            </p:cNvPr>
            <p:cNvSpPr/>
            <p:nvPr/>
          </p:nvSpPr>
          <p:spPr>
            <a:xfrm>
              <a:off x="1774271" y="527051"/>
              <a:ext cx="609035" cy="1181504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00398726-DBBC-6FBC-2EA5-D536A3F72E7A}"/>
                </a:ext>
              </a:extLst>
            </p:cNvPr>
            <p:cNvSpPr/>
            <p:nvPr/>
          </p:nvSpPr>
          <p:spPr>
            <a:xfrm>
              <a:off x="1394504" y="631528"/>
              <a:ext cx="255194" cy="94060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Logic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Space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957F32B6-F77C-3990-A450-74EE758A1422}"/>
                </a:ext>
              </a:extLst>
            </p:cNvPr>
            <p:cNvSpPr/>
            <p:nvPr/>
          </p:nvSpPr>
          <p:spPr>
            <a:xfrm>
              <a:off x="1854356" y="595226"/>
              <a:ext cx="470536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913AE1D1-6CA4-719C-54F1-9C489E6756F0}"/>
                </a:ext>
              </a:extLst>
            </p:cNvPr>
            <p:cNvSpPr/>
            <p:nvPr/>
          </p:nvSpPr>
          <p:spPr>
            <a:xfrm>
              <a:off x="1854356" y="820605"/>
              <a:ext cx="470536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2ACE27C0-07D6-168A-E0E4-31B704612363}"/>
                </a:ext>
              </a:extLst>
            </p:cNvPr>
            <p:cNvSpPr/>
            <p:nvPr/>
          </p:nvSpPr>
          <p:spPr>
            <a:xfrm>
              <a:off x="1854356" y="1045984"/>
              <a:ext cx="470536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LBN3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64B3070E-BB3A-18A2-F423-50AB0ED9C876}"/>
                </a:ext>
              </a:extLst>
            </p:cNvPr>
            <p:cNvCxnSpPr>
              <a:cxnSpLocks/>
              <a:stCxn id="81" idx="3"/>
              <a:endCxn id="87" idx="1"/>
            </p:cNvCxnSpPr>
            <p:nvPr/>
          </p:nvCxnSpPr>
          <p:spPr>
            <a:xfrm>
              <a:off x="1649698" y="1101832"/>
              <a:ext cx="204658" cy="16542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BE8168C2-12C5-AC6E-A3F7-21A2646EB7C1}"/>
                </a:ext>
              </a:extLst>
            </p:cNvPr>
            <p:cNvCxnSpPr>
              <a:cxnSpLocks/>
              <a:stCxn id="81" idx="3"/>
              <a:endCxn id="86" idx="1"/>
            </p:cNvCxnSpPr>
            <p:nvPr/>
          </p:nvCxnSpPr>
          <p:spPr>
            <a:xfrm flipV="1">
              <a:off x="1649698" y="892995"/>
              <a:ext cx="204658" cy="20883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26BD0300-DE60-555A-8F89-B6338E5733D9}"/>
                </a:ext>
              </a:extLst>
            </p:cNvPr>
            <p:cNvCxnSpPr>
              <a:cxnSpLocks/>
              <a:stCxn id="81" idx="3"/>
              <a:endCxn id="82" idx="1"/>
            </p:cNvCxnSpPr>
            <p:nvPr/>
          </p:nvCxnSpPr>
          <p:spPr>
            <a:xfrm flipV="1">
              <a:off x="1649698" y="667616"/>
              <a:ext cx="204658" cy="434216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82B5AFA7-283C-3855-D389-C8227ECC3335}"/>
                </a:ext>
              </a:extLst>
            </p:cNvPr>
            <p:cNvSpPr/>
            <p:nvPr/>
          </p:nvSpPr>
          <p:spPr>
            <a:xfrm>
              <a:off x="1854356" y="1271363"/>
              <a:ext cx="470536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LBN4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3D84910C-BE9F-D85F-6263-C58D42F27C0C}"/>
                </a:ext>
              </a:extLst>
            </p:cNvPr>
            <p:cNvSpPr/>
            <p:nvPr/>
          </p:nvSpPr>
          <p:spPr>
            <a:xfrm>
              <a:off x="1854356" y="1496742"/>
              <a:ext cx="470536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LBN5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PBN3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A9C1DFA8-2088-624E-F155-F8EF7706F594}"/>
                </a:ext>
              </a:extLst>
            </p:cNvPr>
            <p:cNvCxnSpPr>
              <a:cxnSpLocks/>
              <a:stCxn id="81" idx="3"/>
              <a:endCxn id="100" idx="1"/>
            </p:cNvCxnSpPr>
            <p:nvPr/>
          </p:nvCxnSpPr>
          <p:spPr>
            <a:xfrm>
              <a:off x="1649698" y="1101832"/>
              <a:ext cx="204658" cy="46730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C01B642A-22FB-7DAA-ACED-59BFFDDB9B26}"/>
                </a:ext>
              </a:extLst>
            </p:cNvPr>
            <p:cNvCxnSpPr>
              <a:cxnSpLocks/>
              <a:stCxn id="81" idx="3"/>
              <a:endCxn id="99" idx="1"/>
            </p:cNvCxnSpPr>
            <p:nvPr/>
          </p:nvCxnSpPr>
          <p:spPr>
            <a:xfrm>
              <a:off x="1649698" y="1101832"/>
              <a:ext cx="204658" cy="241921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1892B963-D2A5-6660-6EE2-E8D7DB5E9A1E}"/>
                </a:ext>
              </a:extLst>
            </p:cNvPr>
            <p:cNvSpPr/>
            <p:nvPr/>
          </p:nvSpPr>
          <p:spPr>
            <a:xfrm>
              <a:off x="2533618" y="807068"/>
              <a:ext cx="459031" cy="2389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84" name="矩形 383">
              <a:extLst>
                <a:ext uri="{FF2B5EF4-FFF2-40B4-BE49-F238E27FC236}">
                  <a16:creationId xmlns:a16="http://schemas.microsoft.com/office/drawing/2014/main" id="{E12B92BB-81C0-F4D9-5EB5-4F2A498B5F6B}"/>
                </a:ext>
              </a:extLst>
            </p:cNvPr>
            <p:cNvSpPr/>
            <p:nvPr/>
          </p:nvSpPr>
          <p:spPr>
            <a:xfrm>
              <a:off x="1813895" y="363637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</a:rPr>
                <a:t>L2P Entry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385" name="矩形 384">
              <a:extLst>
                <a:ext uri="{FF2B5EF4-FFF2-40B4-BE49-F238E27FC236}">
                  <a16:creationId xmlns:a16="http://schemas.microsoft.com/office/drawing/2014/main" id="{681A95DD-8C89-F410-989D-873026C5FF82}"/>
                </a:ext>
              </a:extLst>
            </p:cNvPr>
            <p:cNvSpPr/>
            <p:nvPr/>
          </p:nvSpPr>
          <p:spPr>
            <a:xfrm>
              <a:off x="555515" y="363637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</a:rPr>
                <a:t>L2P Entry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387" name="矩形 386">
              <a:extLst>
                <a:ext uri="{FF2B5EF4-FFF2-40B4-BE49-F238E27FC236}">
                  <a16:creationId xmlns:a16="http://schemas.microsoft.com/office/drawing/2014/main" id="{6C157B11-C251-9FF0-1880-BA61F7DF625F}"/>
                </a:ext>
              </a:extLst>
            </p:cNvPr>
            <p:cNvSpPr/>
            <p:nvPr/>
          </p:nvSpPr>
          <p:spPr>
            <a:xfrm>
              <a:off x="2512941" y="580525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</a:rPr>
                <a:t>FP2P Entry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537" name="矩形 536">
              <a:extLst>
                <a:ext uri="{FF2B5EF4-FFF2-40B4-BE49-F238E27FC236}">
                  <a16:creationId xmlns:a16="http://schemas.microsoft.com/office/drawing/2014/main" id="{B6109EDF-603A-4ACF-0BAD-DAC3AB38CEFE}"/>
                </a:ext>
              </a:extLst>
            </p:cNvPr>
            <p:cNvSpPr/>
            <p:nvPr/>
          </p:nvSpPr>
          <p:spPr>
            <a:xfrm>
              <a:off x="1801742" y="198205"/>
              <a:ext cx="255194" cy="10492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38" name="矩形 537">
              <a:extLst>
                <a:ext uri="{FF2B5EF4-FFF2-40B4-BE49-F238E27FC236}">
                  <a16:creationId xmlns:a16="http://schemas.microsoft.com/office/drawing/2014/main" id="{02F6EA7C-893B-4E18-C7F5-A8D2E4D07AED}"/>
                </a:ext>
              </a:extLst>
            </p:cNvPr>
            <p:cNvSpPr/>
            <p:nvPr/>
          </p:nvSpPr>
          <p:spPr>
            <a:xfrm>
              <a:off x="2043697" y="182364"/>
              <a:ext cx="1173766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Managed by File System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45" name="矩形 544">
              <a:extLst>
                <a:ext uri="{FF2B5EF4-FFF2-40B4-BE49-F238E27FC236}">
                  <a16:creationId xmlns:a16="http://schemas.microsoft.com/office/drawing/2014/main" id="{ECDC462E-13F0-E768-EDCC-3615C8D289C2}"/>
                </a:ext>
              </a:extLst>
            </p:cNvPr>
            <p:cNvSpPr/>
            <p:nvPr/>
          </p:nvSpPr>
          <p:spPr>
            <a:xfrm>
              <a:off x="1394503" y="1783001"/>
              <a:ext cx="1669895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File System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51" name="箭头: 上下 550">
              <a:extLst>
                <a:ext uri="{FF2B5EF4-FFF2-40B4-BE49-F238E27FC236}">
                  <a16:creationId xmlns:a16="http://schemas.microsoft.com/office/drawing/2014/main" id="{01AD7464-F563-9BFB-0CDF-17B67AC88D83}"/>
                </a:ext>
              </a:extLst>
            </p:cNvPr>
            <p:cNvSpPr/>
            <p:nvPr/>
          </p:nvSpPr>
          <p:spPr>
            <a:xfrm>
              <a:off x="1564157" y="1622804"/>
              <a:ext cx="141084" cy="215900"/>
            </a:xfrm>
            <a:prstGeom prst="upDownArrow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552" name="矩形 551">
              <a:extLst>
                <a:ext uri="{FF2B5EF4-FFF2-40B4-BE49-F238E27FC236}">
                  <a16:creationId xmlns:a16="http://schemas.microsoft.com/office/drawing/2014/main" id="{636C8756-70A5-C481-8679-CDE9E8F10B20}"/>
                </a:ext>
              </a:extLst>
            </p:cNvPr>
            <p:cNvSpPr/>
            <p:nvPr/>
          </p:nvSpPr>
          <p:spPr>
            <a:xfrm>
              <a:off x="3354808" y="198205"/>
              <a:ext cx="255194" cy="1049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53" name="矩形 552">
              <a:extLst>
                <a:ext uri="{FF2B5EF4-FFF2-40B4-BE49-F238E27FC236}">
                  <a16:creationId xmlns:a16="http://schemas.microsoft.com/office/drawing/2014/main" id="{AE2D2B56-CE15-ACD1-6888-64B1D591771D}"/>
                </a:ext>
              </a:extLst>
            </p:cNvPr>
            <p:cNvSpPr/>
            <p:nvPr/>
          </p:nvSpPr>
          <p:spPr>
            <a:xfrm>
              <a:off x="3620105" y="182364"/>
              <a:ext cx="1173766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Managed by Deduplication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55" name="文本框 554">
              <a:extLst>
                <a:ext uri="{FF2B5EF4-FFF2-40B4-BE49-F238E27FC236}">
                  <a16:creationId xmlns:a16="http://schemas.microsoft.com/office/drawing/2014/main" id="{32976626-8B5E-456F-BE7B-3495A2C02B73}"/>
                </a:ext>
              </a:extLst>
            </p:cNvPr>
            <p:cNvSpPr txBox="1"/>
            <p:nvPr/>
          </p:nvSpPr>
          <p:spPr>
            <a:xfrm>
              <a:off x="365657" y="1953543"/>
              <a:ext cx="66450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(a) File System</a:t>
              </a:r>
              <a:endParaRPr lang="zh-CN" altLang="en-US" sz="800" dirty="0"/>
            </a:p>
          </p:txBody>
        </p:sp>
        <p:sp>
          <p:nvSpPr>
            <p:cNvPr id="556" name="文本框 555">
              <a:extLst>
                <a:ext uri="{FF2B5EF4-FFF2-40B4-BE49-F238E27FC236}">
                  <a16:creationId xmlns:a16="http://schemas.microsoft.com/office/drawing/2014/main" id="{F02EA08E-B8C1-3A32-649C-E39CDAF769BE}"/>
                </a:ext>
              </a:extLst>
            </p:cNvPr>
            <p:cNvSpPr txBox="1"/>
            <p:nvPr/>
          </p:nvSpPr>
          <p:spPr>
            <a:xfrm>
              <a:off x="1522101" y="1953543"/>
              <a:ext cx="1518678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(b) Stand-alone Dedup</a:t>
              </a:r>
              <a:endParaRPr lang="zh-CN" altLang="en-US" sz="800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74B0AF7D-34A3-BF69-A0AD-3435D0891415}"/>
                </a:ext>
              </a:extLst>
            </p:cNvPr>
            <p:cNvSpPr/>
            <p:nvPr/>
          </p:nvSpPr>
          <p:spPr>
            <a:xfrm>
              <a:off x="2533618" y="1099727"/>
              <a:ext cx="459031" cy="2389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5E3B7E1B-C5DB-6A92-8A63-471AD3AE04D5}"/>
                </a:ext>
              </a:extLst>
            </p:cNvPr>
            <p:cNvSpPr/>
            <p:nvPr/>
          </p:nvSpPr>
          <p:spPr>
            <a:xfrm>
              <a:off x="2533618" y="1403350"/>
              <a:ext cx="459031" cy="2389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FP3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PBN3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REF=1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9ED89D5E-CE06-F965-0243-F699D661D485}"/>
                </a:ext>
              </a:extLst>
            </p:cNvPr>
            <p:cNvCxnSpPr>
              <a:cxnSpLocks/>
              <a:stCxn id="82" idx="3"/>
              <a:endCxn id="194" idx="1"/>
            </p:cNvCxnSpPr>
            <p:nvPr/>
          </p:nvCxnSpPr>
          <p:spPr>
            <a:xfrm>
              <a:off x="2324892" y="667616"/>
              <a:ext cx="208726" cy="258910"/>
            </a:xfrm>
            <a:prstGeom prst="straightConnector1">
              <a:avLst/>
            </a:prstGeom>
            <a:ln w="635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31837210-38EF-9A98-EE89-EE05A539E1F0}"/>
                </a:ext>
              </a:extLst>
            </p:cNvPr>
            <p:cNvCxnSpPr>
              <a:cxnSpLocks/>
              <a:stCxn id="86" idx="3"/>
              <a:endCxn id="194" idx="1"/>
            </p:cNvCxnSpPr>
            <p:nvPr/>
          </p:nvCxnSpPr>
          <p:spPr>
            <a:xfrm>
              <a:off x="2324892" y="892995"/>
              <a:ext cx="208726" cy="33531"/>
            </a:xfrm>
            <a:prstGeom prst="straightConnector1">
              <a:avLst/>
            </a:prstGeom>
            <a:ln w="635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601BAC7C-8026-BFF4-D642-913E5FF97828}"/>
                </a:ext>
              </a:extLst>
            </p:cNvPr>
            <p:cNvCxnSpPr>
              <a:cxnSpLocks/>
              <a:stCxn id="87" idx="3"/>
              <a:endCxn id="44" idx="1"/>
            </p:cNvCxnSpPr>
            <p:nvPr/>
          </p:nvCxnSpPr>
          <p:spPr>
            <a:xfrm>
              <a:off x="2324892" y="1118374"/>
              <a:ext cx="208726" cy="100811"/>
            </a:xfrm>
            <a:prstGeom prst="straightConnector1">
              <a:avLst/>
            </a:prstGeom>
            <a:ln w="635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5F41395D-56AD-1CF9-2074-B60C64806ED0}"/>
                </a:ext>
              </a:extLst>
            </p:cNvPr>
            <p:cNvCxnSpPr>
              <a:cxnSpLocks/>
              <a:stCxn id="99" idx="3"/>
              <a:endCxn id="44" idx="1"/>
            </p:cNvCxnSpPr>
            <p:nvPr/>
          </p:nvCxnSpPr>
          <p:spPr>
            <a:xfrm flipV="1">
              <a:off x="2324892" y="1219185"/>
              <a:ext cx="208726" cy="124568"/>
            </a:xfrm>
            <a:prstGeom prst="straightConnector1">
              <a:avLst/>
            </a:prstGeom>
            <a:ln w="635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96C29F9B-0EEE-FC65-4CE7-04F4CDEBC927}"/>
                </a:ext>
              </a:extLst>
            </p:cNvPr>
            <p:cNvCxnSpPr>
              <a:cxnSpLocks/>
              <a:stCxn id="100" idx="3"/>
              <a:endCxn id="45" idx="1"/>
            </p:cNvCxnSpPr>
            <p:nvPr/>
          </p:nvCxnSpPr>
          <p:spPr>
            <a:xfrm flipV="1">
              <a:off x="2324892" y="1522808"/>
              <a:ext cx="208726" cy="46324"/>
            </a:xfrm>
            <a:prstGeom prst="straightConnector1">
              <a:avLst/>
            </a:prstGeom>
            <a:ln w="635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9" name="矩形 448">
              <a:extLst>
                <a:ext uri="{FF2B5EF4-FFF2-40B4-BE49-F238E27FC236}">
                  <a16:creationId xmlns:a16="http://schemas.microsoft.com/office/drawing/2014/main" id="{EFFBFE43-CF36-03FA-8FDD-4119C965F992}"/>
                </a:ext>
              </a:extLst>
            </p:cNvPr>
            <p:cNvSpPr/>
            <p:nvPr/>
          </p:nvSpPr>
          <p:spPr>
            <a:xfrm>
              <a:off x="3620105" y="527050"/>
              <a:ext cx="636935" cy="653673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0" name="矩形 449">
              <a:extLst>
                <a:ext uri="{FF2B5EF4-FFF2-40B4-BE49-F238E27FC236}">
                  <a16:creationId xmlns:a16="http://schemas.microsoft.com/office/drawing/2014/main" id="{6397DB7D-2482-E6D8-6F42-47FDF1E93DCF}"/>
                </a:ext>
              </a:extLst>
            </p:cNvPr>
            <p:cNvSpPr/>
            <p:nvPr/>
          </p:nvSpPr>
          <p:spPr>
            <a:xfrm>
              <a:off x="3240338" y="767946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51" name="矩形 450">
              <a:extLst>
                <a:ext uri="{FF2B5EF4-FFF2-40B4-BE49-F238E27FC236}">
                  <a16:creationId xmlns:a16="http://schemas.microsoft.com/office/drawing/2014/main" id="{8A768AB6-4208-7154-6648-DB572AE3D62E}"/>
                </a:ext>
              </a:extLst>
            </p:cNvPr>
            <p:cNvSpPr/>
            <p:nvPr/>
          </p:nvSpPr>
          <p:spPr>
            <a:xfrm>
              <a:off x="3700190" y="595226"/>
              <a:ext cx="488722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53" name="矩形 452">
              <a:extLst>
                <a:ext uri="{FF2B5EF4-FFF2-40B4-BE49-F238E27FC236}">
                  <a16:creationId xmlns:a16="http://schemas.microsoft.com/office/drawing/2014/main" id="{67A9B54C-4750-D0BF-CC28-72AA5A777BC6}"/>
                </a:ext>
              </a:extLst>
            </p:cNvPr>
            <p:cNvSpPr/>
            <p:nvPr/>
          </p:nvSpPr>
          <p:spPr>
            <a:xfrm>
              <a:off x="3700190" y="797993"/>
              <a:ext cx="488722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54" name="矩形 453">
              <a:extLst>
                <a:ext uri="{FF2B5EF4-FFF2-40B4-BE49-F238E27FC236}">
                  <a16:creationId xmlns:a16="http://schemas.microsoft.com/office/drawing/2014/main" id="{B1A3023D-375E-5C7B-21CF-04C8F6763EE6}"/>
                </a:ext>
              </a:extLst>
            </p:cNvPr>
            <p:cNvSpPr/>
            <p:nvPr/>
          </p:nvSpPr>
          <p:spPr>
            <a:xfrm>
              <a:off x="3700190" y="986386"/>
              <a:ext cx="488722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LBN3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55" name="直接箭头连接符 454">
              <a:extLst>
                <a:ext uri="{FF2B5EF4-FFF2-40B4-BE49-F238E27FC236}">
                  <a16:creationId xmlns:a16="http://schemas.microsoft.com/office/drawing/2014/main" id="{C25A4CAB-AEFE-62AE-40AD-B86C3A36C827}"/>
                </a:ext>
              </a:extLst>
            </p:cNvPr>
            <p:cNvCxnSpPr>
              <a:cxnSpLocks/>
              <a:stCxn id="450" idx="3"/>
              <a:endCxn id="454" idx="1"/>
            </p:cNvCxnSpPr>
            <p:nvPr/>
          </p:nvCxnSpPr>
          <p:spPr>
            <a:xfrm>
              <a:off x="3495532" y="870383"/>
              <a:ext cx="204658" cy="18839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7" name="直接箭头连接符 456">
              <a:extLst>
                <a:ext uri="{FF2B5EF4-FFF2-40B4-BE49-F238E27FC236}">
                  <a16:creationId xmlns:a16="http://schemas.microsoft.com/office/drawing/2014/main" id="{48D0194D-0633-A2CC-B94B-63BF03C2C1FF}"/>
                </a:ext>
              </a:extLst>
            </p:cNvPr>
            <p:cNvCxnSpPr>
              <a:cxnSpLocks/>
              <a:stCxn id="450" idx="3"/>
              <a:endCxn id="453" idx="1"/>
            </p:cNvCxnSpPr>
            <p:nvPr/>
          </p:nvCxnSpPr>
          <p:spPr>
            <a:xfrm>
              <a:off x="3495532" y="870383"/>
              <a:ext cx="204658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8" name="直接箭头连接符 457">
              <a:extLst>
                <a:ext uri="{FF2B5EF4-FFF2-40B4-BE49-F238E27FC236}">
                  <a16:creationId xmlns:a16="http://schemas.microsoft.com/office/drawing/2014/main" id="{DA53F992-CB38-C796-4396-A002EF593B6F}"/>
                </a:ext>
              </a:extLst>
            </p:cNvPr>
            <p:cNvCxnSpPr>
              <a:cxnSpLocks/>
              <a:stCxn id="450" idx="3"/>
              <a:endCxn id="451" idx="1"/>
            </p:cNvCxnSpPr>
            <p:nvPr/>
          </p:nvCxnSpPr>
          <p:spPr>
            <a:xfrm flipV="1">
              <a:off x="3495532" y="667616"/>
              <a:ext cx="204658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0" name="矩形 459">
              <a:extLst>
                <a:ext uri="{FF2B5EF4-FFF2-40B4-BE49-F238E27FC236}">
                  <a16:creationId xmlns:a16="http://schemas.microsoft.com/office/drawing/2014/main" id="{739A426F-AD43-21C2-C609-EB68C4FEF433}"/>
                </a:ext>
              </a:extLst>
            </p:cNvPr>
            <p:cNvSpPr/>
            <p:nvPr/>
          </p:nvSpPr>
          <p:spPr>
            <a:xfrm>
              <a:off x="3620105" y="1262784"/>
              <a:ext cx="636935" cy="653673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矩形 460">
              <a:extLst>
                <a:ext uri="{FF2B5EF4-FFF2-40B4-BE49-F238E27FC236}">
                  <a16:creationId xmlns:a16="http://schemas.microsoft.com/office/drawing/2014/main" id="{E27C4908-AA8F-AAA1-102E-80F6ACA2037E}"/>
                </a:ext>
              </a:extLst>
            </p:cNvPr>
            <p:cNvSpPr/>
            <p:nvPr/>
          </p:nvSpPr>
          <p:spPr>
            <a:xfrm>
              <a:off x="3240338" y="1503680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62" name="矩形 461">
              <a:extLst>
                <a:ext uri="{FF2B5EF4-FFF2-40B4-BE49-F238E27FC236}">
                  <a16:creationId xmlns:a16="http://schemas.microsoft.com/office/drawing/2014/main" id="{DA1195E5-5109-098D-AB2C-18E79D258C4B}"/>
                </a:ext>
              </a:extLst>
            </p:cNvPr>
            <p:cNvSpPr/>
            <p:nvPr/>
          </p:nvSpPr>
          <p:spPr>
            <a:xfrm>
              <a:off x="3700190" y="1330960"/>
              <a:ext cx="488722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63" name="矩形 462">
              <a:extLst>
                <a:ext uri="{FF2B5EF4-FFF2-40B4-BE49-F238E27FC236}">
                  <a16:creationId xmlns:a16="http://schemas.microsoft.com/office/drawing/2014/main" id="{5A715FD6-D152-C264-8EBB-A5A0A88B4A14}"/>
                </a:ext>
              </a:extLst>
            </p:cNvPr>
            <p:cNvSpPr/>
            <p:nvPr/>
          </p:nvSpPr>
          <p:spPr>
            <a:xfrm>
              <a:off x="3700190" y="1533727"/>
              <a:ext cx="488722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PBN3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64" name="矩形 463">
              <a:extLst>
                <a:ext uri="{FF2B5EF4-FFF2-40B4-BE49-F238E27FC236}">
                  <a16:creationId xmlns:a16="http://schemas.microsoft.com/office/drawing/2014/main" id="{DE602D2D-F3E7-10C6-E698-EF6DA717AB5F}"/>
                </a:ext>
              </a:extLst>
            </p:cNvPr>
            <p:cNvSpPr/>
            <p:nvPr/>
          </p:nvSpPr>
          <p:spPr>
            <a:xfrm>
              <a:off x="3700190" y="1722120"/>
              <a:ext cx="488722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LBN3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PBN3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65" name="直接箭头连接符 464">
              <a:extLst>
                <a:ext uri="{FF2B5EF4-FFF2-40B4-BE49-F238E27FC236}">
                  <a16:creationId xmlns:a16="http://schemas.microsoft.com/office/drawing/2014/main" id="{D6422619-D565-E381-DD38-6BD6DB78DF2D}"/>
                </a:ext>
              </a:extLst>
            </p:cNvPr>
            <p:cNvCxnSpPr>
              <a:cxnSpLocks/>
              <a:stCxn id="461" idx="3"/>
              <a:endCxn id="464" idx="1"/>
            </p:cNvCxnSpPr>
            <p:nvPr/>
          </p:nvCxnSpPr>
          <p:spPr>
            <a:xfrm>
              <a:off x="3495532" y="1606117"/>
              <a:ext cx="204658" cy="18839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6" name="直接箭头连接符 465">
              <a:extLst>
                <a:ext uri="{FF2B5EF4-FFF2-40B4-BE49-F238E27FC236}">
                  <a16:creationId xmlns:a16="http://schemas.microsoft.com/office/drawing/2014/main" id="{B85EC7DF-6F85-2B43-163B-22C986A4E88A}"/>
                </a:ext>
              </a:extLst>
            </p:cNvPr>
            <p:cNvCxnSpPr>
              <a:cxnSpLocks/>
              <a:stCxn id="461" idx="3"/>
              <a:endCxn id="463" idx="1"/>
            </p:cNvCxnSpPr>
            <p:nvPr/>
          </p:nvCxnSpPr>
          <p:spPr>
            <a:xfrm>
              <a:off x="3495532" y="1606117"/>
              <a:ext cx="204658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7" name="直接箭头连接符 466">
              <a:extLst>
                <a:ext uri="{FF2B5EF4-FFF2-40B4-BE49-F238E27FC236}">
                  <a16:creationId xmlns:a16="http://schemas.microsoft.com/office/drawing/2014/main" id="{4593473C-A33F-659F-40D4-730174BF0AE6}"/>
                </a:ext>
              </a:extLst>
            </p:cNvPr>
            <p:cNvCxnSpPr>
              <a:cxnSpLocks/>
              <a:stCxn id="461" idx="3"/>
              <a:endCxn id="462" idx="1"/>
            </p:cNvCxnSpPr>
            <p:nvPr/>
          </p:nvCxnSpPr>
          <p:spPr>
            <a:xfrm flipV="1">
              <a:off x="3495532" y="1403350"/>
              <a:ext cx="204658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8" name="矩形 467">
              <a:extLst>
                <a:ext uri="{FF2B5EF4-FFF2-40B4-BE49-F238E27FC236}">
                  <a16:creationId xmlns:a16="http://schemas.microsoft.com/office/drawing/2014/main" id="{FACD8C97-9AA8-D4F5-4E79-58D42E4A9127}"/>
                </a:ext>
              </a:extLst>
            </p:cNvPr>
            <p:cNvSpPr/>
            <p:nvPr/>
          </p:nvSpPr>
          <p:spPr>
            <a:xfrm>
              <a:off x="3645350" y="363637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</a:rPr>
                <a:t>L2P Entry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469" name="文本框 468">
              <a:extLst>
                <a:ext uri="{FF2B5EF4-FFF2-40B4-BE49-F238E27FC236}">
                  <a16:creationId xmlns:a16="http://schemas.microsoft.com/office/drawing/2014/main" id="{7B91A759-E6D1-D853-5B75-ACFE5B36C04D}"/>
                </a:ext>
              </a:extLst>
            </p:cNvPr>
            <p:cNvSpPr txBox="1"/>
            <p:nvPr/>
          </p:nvSpPr>
          <p:spPr>
            <a:xfrm>
              <a:off x="3240338" y="1953543"/>
              <a:ext cx="126562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(c) Dedup File System</a:t>
              </a:r>
              <a:endParaRPr lang="zh-CN" altLang="en-US" sz="800" dirty="0"/>
            </a:p>
          </p:txBody>
        </p:sp>
        <p:sp>
          <p:nvSpPr>
            <p:cNvPr id="486" name="矩形 485">
              <a:extLst>
                <a:ext uri="{FF2B5EF4-FFF2-40B4-BE49-F238E27FC236}">
                  <a16:creationId xmlns:a16="http://schemas.microsoft.com/office/drawing/2014/main" id="{F062CB74-07E1-CC70-6FCB-33FB029012B8}"/>
                </a:ext>
              </a:extLst>
            </p:cNvPr>
            <p:cNvSpPr/>
            <p:nvPr/>
          </p:nvSpPr>
          <p:spPr>
            <a:xfrm>
              <a:off x="4357562" y="740007"/>
              <a:ext cx="603297" cy="968547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7" name="矩形 486">
              <a:extLst>
                <a:ext uri="{FF2B5EF4-FFF2-40B4-BE49-F238E27FC236}">
                  <a16:creationId xmlns:a16="http://schemas.microsoft.com/office/drawing/2014/main" id="{F332C31F-6239-4A19-238E-E33714D117FF}"/>
                </a:ext>
              </a:extLst>
            </p:cNvPr>
            <p:cNvSpPr/>
            <p:nvPr/>
          </p:nvSpPr>
          <p:spPr>
            <a:xfrm>
              <a:off x="4427790" y="807068"/>
              <a:ext cx="459031" cy="2389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88" name="矩形 487">
              <a:extLst>
                <a:ext uri="{FF2B5EF4-FFF2-40B4-BE49-F238E27FC236}">
                  <a16:creationId xmlns:a16="http://schemas.microsoft.com/office/drawing/2014/main" id="{3B694B07-4821-B9E7-2661-C22AD94CB0DF}"/>
                </a:ext>
              </a:extLst>
            </p:cNvPr>
            <p:cNvSpPr/>
            <p:nvPr/>
          </p:nvSpPr>
          <p:spPr>
            <a:xfrm>
              <a:off x="4385532" y="580525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</a:rPr>
                <a:t>FP2P Entry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489" name="矩形 488">
              <a:extLst>
                <a:ext uri="{FF2B5EF4-FFF2-40B4-BE49-F238E27FC236}">
                  <a16:creationId xmlns:a16="http://schemas.microsoft.com/office/drawing/2014/main" id="{FF01F654-342F-DE20-7214-E0CB307159ED}"/>
                </a:ext>
              </a:extLst>
            </p:cNvPr>
            <p:cNvSpPr/>
            <p:nvPr/>
          </p:nvSpPr>
          <p:spPr>
            <a:xfrm>
              <a:off x="4427790" y="1099727"/>
              <a:ext cx="459031" cy="2389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90" name="矩形 489">
              <a:extLst>
                <a:ext uri="{FF2B5EF4-FFF2-40B4-BE49-F238E27FC236}">
                  <a16:creationId xmlns:a16="http://schemas.microsoft.com/office/drawing/2014/main" id="{E52ABC6D-3ED3-84D4-06C1-73CF2A1DD655}"/>
                </a:ext>
              </a:extLst>
            </p:cNvPr>
            <p:cNvSpPr/>
            <p:nvPr/>
          </p:nvSpPr>
          <p:spPr>
            <a:xfrm>
              <a:off x="4427790" y="1403350"/>
              <a:ext cx="459031" cy="2389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FP3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PBN3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91" name="直接箭头连接符 490">
              <a:extLst>
                <a:ext uri="{FF2B5EF4-FFF2-40B4-BE49-F238E27FC236}">
                  <a16:creationId xmlns:a16="http://schemas.microsoft.com/office/drawing/2014/main" id="{A8A37E3F-9FB0-8960-5F05-A0EC274B6004}"/>
                </a:ext>
              </a:extLst>
            </p:cNvPr>
            <p:cNvCxnSpPr>
              <a:cxnSpLocks/>
              <a:stCxn id="451" idx="3"/>
              <a:endCxn id="487" idx="1"/>
            </p:cNvCxnSpPr>
            <p:nvPr/>
          </p:nvCxnSpPr>
          <p:spPr>
            <a:xfrm>
              <a:off x="4188912" y="667616"/>
              <a:ext cx="238878" cy="258910"/>
            </a:xfrm>
            <a:prstGeom prst="straightConnector1">
              <a:avLst/>
            </a:prstGeom>
            <a:ln w="635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4" name="直接箭头连接符 493">
              <a:extLst>
                <a:ext uri="{FF2B5EF4-FFF2-40B4-BE49-F238E27FC236}">
                  <a16:creationId xmlns:a16="http://schemas.microsoft.com/office/drawing/2014/main" id="{4C2F0448-5E0F-88A8-BDBF-923657E966E5}"/>
                </a:ext>
              </a:extLst>
            </p:cNvPr>
            <p:cNvCxnSpPr>
              <a:cxnSpLocks/>
              <a:stCxn id="453" idx="3"/>
              <a:endCxn id="487" idx="1"/>
            </p:cNvCxnSpPr>
            <p:nvPr/>
          </p:nvCxnSpPr>
          <p:spPr>
            <a:xfrm>
              <a:off x="4188912" y="870383"/>
              <a:ext cx="238878" cy="56143"/>
            </a:xfrm>
            <a:prstGeom prst="straightConnector1">
              <a:avLst/>
            </a:prstGeom>
            <a:ln w="635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9" name="直接箭头连接符 498">
              <a:extLst>
                <a:ext uri="{FF2B5EF4-FFF2-40B4-BE49-F238E27FC236}">
                  <a16:creationId xmlns:a16="http://schemas.microsoft.com/office/drawing/2014/main" id="{CAD9F34D-0514-C8C4-E736-9329E3C36292}"/>
                </a:ext>
              </a:extLst>
            </p:cNvPr>
            <p:cNvCxnSpPr>
              <a:cxnSpLocks/>
              <a:stCxn id="454" idx="3"/>
              <a:endCxn id="489" idx="1"/>
            </p:cNvCxnSpPr>
            <p:nvPr/>
          </p:nvCxnSpPr>
          <p:spPr>
            <a:xfrm>
              <a:off x="4188912" y="1058776"/>
              <a:ext cx="238878" cy="160409"/>
            </a:xfrm>
            <a:prstGeom prst="straightConnector1">
              <a:avLst/>
            </a:prstGeom>
            <a:ln w="635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2" name="直接箭头连接符 501">
              <a:extLst>
                <a:ext uri="{FF2B5EF4-FFF2-40B4-BE49-F238E27FC236}">
                  <a16:creationId xmlns:a16="http://schemas.microsoft.com/office/drawing/2014/main" id="{78A09F91-6FF3-B5C0-323C-1706028C2093}"/>
                </a:ext>
              </a:extLst>
            </p:cNvPr>
            <p:cNvCxnSpPr>
              <a:cxnSpLocks/>
              <a:stCxn id="462" idx="3"/>
              <a:endCxn id="489" idx="1"/>
            </p:cNvCxnSpPr>
            <p:nvPr/>
          </p:nvCxnSpPr>
          <p:spPr>
            <a:xfrm flipV="1">
              <a:off x="4188912" y="1219185"/>
              <a:ext cx="238878" cy="184165"/>
            </a:xfrm>
            <a:prstGeom prst="straightConnector1">
              <a:avLst/>
            </a:prstGeom>
            <a:ln w="635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5" name="直接箭头连接符 504">
              <a:extLst>
                <a:ext uri="{FF2B5EF4-FFF2-40B4-BE49-F238E27FC236}">
                  <a16:creationId xmlns:a16="http://schemas.microsoft.com/office/drawing/2014/main" id="{21161493-A055-D2C5-D793-B226D12EDA24}"/>
                </a:ext>
              </a:extLst>
            </p:cNvPr>
            <p:cNvCxnSpPr>
              <a:cxnSpLocks/>
              <a:stCxn id="463" idx="3"/>
              <a:endCxn id="490" idx="1"/>
            </p:cNvCxnSpPr>
            <p:nvPr/>
          </p:nvCxnSpPr>
          <p:spPr>
            <a:xfrm flipV="1">
              <a:off x="4188912" y="1522808"/>
              <a:ext cx="238878" cy="83309"/>
            </a:xfrm>
            <a:prstGeom prst="straightConnector1">
              <a:avLst/>
            </a:prstGeom>
            <a:ln w="635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3" name="直接箭头连接符 512">
              <a:extLst>
                <a:ext uri="{FF2B5EF4-FFF2-40B4-BE49-F238E27FC236}">
                  <a16:creationId xmlns:a16="http://schemas.microsoft.com/office/drawing/2014/main" id="{18780932-2C2C-D9E4-F9AE-4C151D6912A2}"/>
                </a:ext>
              </a:extLst>
            </p:cNvPr>
            <p:cNvCxnSpPr>
              <a:cxnSpLocks/>
              <a:stCxn id="464" idx="3"/>
              <a:endCxn id="490" idx="1"/>
            </p:cNvCxnSpPr>
            <p:nvPr/>
          </p:nvCxnSpPr>
          <p:spPr>
            <a:xfrm flipV="1">
              <a:off x="4188912" y="1522808"/>
              <a:ext cx="238878" cy="271702"/>
            </a:xfrm>
            <a:prstGeom prst="straightConnector1">
              <a:avLst/>
            </a:prstGeom>
            <a:ln w="635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7" name="矩形 516">
              <a:extLst>
                <a:ext uri="{FF2B5EF4-FFF2-40B4-BE49-F238E27FC236}">
                  <a16:creationId xmlns:a16="http://schemas.microsoft.com/office/drawing/2014/main" id="{B7BE02F4-09C2-159A-AADB-BDDD2CEC0059}"/>
                </a:ext>
              </a:extLst>
            </p:cNvPr>
            <p:cNvSpPr/>
            <p:nvPr/>
          </p:nvSpPr>
          <p:spPr>
            <a:xfrm>
              <a:off x="5454534" y="527050"/>
              <a:ext cx="885855" cy="653673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" name="矩形 517">
              <a:extLst>
                <a:ext uri="{FF2B5EF4-FFF2-40B4-BE49-F238E27FC236}">
                  <a16:creationId xmlns:a16="http://schemas.microsoft.com/office/drawing/2014/main" id="{8DFE8196-8F04-24E6-6A25-DE815A7479C8}"/>
                </a:ext>
              </a:extLst>
            </p:cNvPr>
            <p:cNvSpPr/>
            <p:nvPr/>
          </p:nvSpPr>
          <p:spPr>
            <a:xfrm>
              <a:off x="5074767" y="767946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19" name="矩形 518">
              <a:extLst>
                <a:ext uri="{FF2B5EF4-FFF2-40B4-BE49-F238E27FC236}">
                  <a16:creationId xmlns:a16="http://schemas.microsoft.com/office/drawing/2014/main" id="{981C53A5-966A-74BC-1020-82A9DBFAACAD}"/>
                </a:ext>
              </a:extLst>
            </p:cNvPr>
            <p:cNvSpPr/>
            <p:nvPr/>
          </p:nvSpPr>
          <p:spPr>
            <a:xfrm>
              <a:off x="5534618" y="595226"/>
              <a:ext cx="762042" cy="14478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D9D9D9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FP1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20" name="矩形 519">
              <a:extLst>
                <a:ext uri="{FF2B5EF4-FFF2-40B4-BE49-F238E27FC236}">
                  <a16:creationId xmlns:a16="http://schemas.microsoft.com/office/drawing/2014/main" id="{0347D7BE-2EB3-A545-68F3-6732B5E50798}"/>
                </a:ext>
              </a:extLst>
            </p:cNvPr>
            <p:cNvSpPr/>
            <p:nvPr/>
          </p:nvSpPr>
          <p:spPr>
            <a:xfrm>
              <a:off x="5534618" y="797993"/>
              <a:ext cx="762042" cy="14478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D9D9D9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FP1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21" name="矩形 520">
              <a:extLst>
                <a:ext uri="{FF2B5EF4-FFF2-40B4-BE49-F238E27FC236}">
                  <a16:creationId xmlns:a16="http://schemas.microsoft.com/office/drawing/2014/main" id="{3EB53637-ED88-85D9-DC9A-25E52B25A31F}"/>
                </a:ext>
              </a:extLst>
            </p:cNvPr>
            <p:cNvSpPr/>
            <p:nvPr/>
          </p:nvSpPr>
          <p:spPr>
            <a:xfrm>
              <a:off x="5534618" y="986386"/>
              <a:ext cx="762042" cy="14478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D9D9D9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LBN3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FP2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522" name="直接箭头连接符 521">
              <a:extLst>
                <a:ext uri="{FF2B5EF4-FFF2-40B4-BE49-F238E27FC236}">
                  <a16:creationId xmlns:a16="http://schemas.microsoft.com/office/drawing/2014/main" id="{69CBC575-0A0A-DC62-6FE5-DD230C18A5A3}"/>
                </a:ext>
              </a:extLst>
            </p:cNvPr>
            <p:cNvCxnSpPr>
              <a:cxnSpLocks/>
              <a:stCxn id="518" idx="3"/>
              <a:endCxn id="521" idx="1"/>
            </p:cNvCxnSpPr>
            <p:nvPr/>
          </p:nvCxnSpPr>
          <p:spPr>
            <a:xfrm>
              <a:off x="5329961" y="870383"/>
              <a:ext cx="204657" cy="18839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3" name="直接箭头连接符 522">
              <a:extLst>
                <a:ext uri="{FF2B5EF4-FFF2-40B4-BE49-F238E27FC236}">
                  <a16:creationId xmlns:a16="http://schemas.microsoft.com/office/drawing/2014/main" id="{836D9F9A-D8C0-9DD9-6C47-55BFBB2775CF}"/>
                </a:ext>
              </a:extLst>
            </p:cNvPr>
            <p:cNvCxnSpPr>
              <a:cxnSpLocks/>
              <a:stCxn id="518" idx="3"/>
              <a:endCxn id="520" idx="1"/>
            </p:cNvCxnSpPr>
            <p:nvPr/>
          </p:nvCxnSpPr>
          <p:spPr>
            <a:xfrm>
              <a:off x="5329961" y="870383"/>
              <a:ext cx="204657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4" name="直接箭头连接符 523">
              <a:extLst>
                <a:ext uri="{FF2B5EF4-FFF2-40B4-BE49-F238E27FC236}">
                  <a16:creationId xmlns:a16="http://schemas.microsoft.com/office/drawing/2014/main" id="{1E4B1AF0-FC98-4EE2-ED68-60EC8D4A7868}"/>
                </a:ext>
              </a:extLst>
            </p:cNvPr>
            <p:cNvCxnSpPr>
              <a:cxnSpLocks/>
              <a:stCxn id="518" idx="3"/>
              <a:endCxn id="519" idx="1"/>
            </p:cNvCxnSpPr>
            <p:nvPr/>
          </p:nvCxnSpPr>
          <p:spPr>
            <a:xfrm flipV="1">
              <a:off x="5329961" y="667616"/>
              <a:ext cx="204657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5" name="矩形 524">
              <a:extLst>
                <a:ext uri="{FF2B5EF4-FFF2-40B4-BE49-F238E27FC236}">
                  <a16:creationId xmlns:a16="http://schemas.microsoft.com/office/drawing/2014/main" id="{1CB1653D-8FBF-EE80-CA78-5B14D7CBC897}"/>
                </a:ext>
              </a:extLst>
            </p:cNvPr>
            <p:cNvSpPr/>
            <p:nvPr/>
          </p:nvSpPr>
          <p:spPr>
            <a:xfrm>
              <a:off x="5454534" y="1262784"/>
              <a:ext cx="885855" cy="653673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6" name="矩形 525">
              <a:extLst>
                <a:ext uri="{FF2B5EF4-FFF2-40B4-BE49-F238E27FC236}">
                  <a16:creationId xmlns:a16="http://schemas.microsoft.com/office/drawing/2014/main" id="{63B12FF5-CFF3-AD94-B4D3-594DC18278CD}"/>
                </a:ext>
              </a:extLst>
            </p:cNvPr>
            <p:cNvSpPr/>
            <p:nvPr/>
          </p:nvSpPr>
          <p:spPr>
            <a:xfrm>
              <a:off x="5074767" y="1503680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27" name="矩形 526">
              <a:extLst>
                <a:ext uri="{FF2B5EF4-FFF2-40B4-BE49-F238E27FC236}">
                  <a16:creationId xmlns:a16="http://schemas.microsoft.com/office/drawing/2014/main" id="{FA64EA9D-DC21-400C-88E5-1077AB2DEA9F}"/>
                </a:ext>
              </a:extLst>
            </p:cNvPr>
            <p:cNvSpPr/>
            <p:nvPr/>
          </p:nvSpPr>
          <p:spPr>
            <a:xfrm>
              <a:off x="5534618" y="1330960"/>
              <a:ext cx="762042" cy="14478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D9D9D9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>
                  <a:solidFill>
                    <a:schemeClr val="tx1"/>
                  </a:solidFill>
                </a:rPr>
                <a:t>LBN1</a:t>
              </a:r>
              <a:r>
                <a:rPr lang="zh-CN" altLang="en-US" sz="700">
                  <a:solidFill>
                    <a:schemeClr val="tx1"/>
                  </a:solidFill>
                </a:rPr>
                <a:t>→</a:t>
              </a:r>
              <a:r>
                <a:rPr lang="en-US" altLang="zh-CN" sz="700">
                  <a:solidFill>
                    <a:schemeClr val="tx1"/>
                  </a:solidFill>
                </a:rPr>
                <a:t>FP2</a:t>
              </a:r>
              <a:r>
                <a:rPr lang="zh-CN" altLang="en-US" sz="70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28" name="矩形 527">
              <a:extLst>
                <a:ext uri="{FF2B5EF4-FFF2-40B4-BE49-F238E27FC236}">
                  <a16:creationId xmlns:a16="http://schemas.microsoft.com/office/drawing/2014/main" id="{7F5A86F6-6E0B-BCC0-8103-AF076CFEB0F4}"/>
                </a:ext>
              </a:extLst>
            </p:cNvPr>
            <p:cNvSpPr/>
            <p:nvPr/>
          </p:nvSpPr>
          <p:spPr>
            <a:xfrm>
              <a:off x="5534618" y="1533727"/>
              <a:ext cx="762042" cy="14478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D9D9D9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FP3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PBN3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29" name="矩形 528">
              <a:extLst>
                <a:ext uri="{FF2B5EF4-FFF2-40B4-BE49-F238E27FC236}">
                  <a16:creationId xmlns:a16="http://schemas.microsoft.com/office/drawing/2014/main" id="{94542F55-86FE-BC24-F84E-13DB7927B716}"/>
                </a:ext>
              </a:extLst>
            </p:cNvPr>
            <p:cNvSpPr/>
            <p:nvPr/>
          </p:nvSpPr>
          <p:spPr>
            <a:xfrm>
              <a:off x="5534618" y="1722120"/>
              <a:ext cx="762042" cy="14478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D9D9D9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>
                  <a:solidFill>
                    <a:schemeClr val="tx1"/>
                  </a:solidFill>
                </a:rPr>
                <a:t>LBN3</a:t>
              </a:r>
              <a:r>
                <a:rPr lang="zh-CN" altLang="en-US" sz="700">
                  <a:solidFill>
                    <a:schemeClr val="tx1"/>
                  </a:solidFill>
                </a:rPr>
                <a:t>→</a:t>
              </a:r>
              <a:r>
                <a:rPr lang="en-US" altLang="zh-CN" sz="700">
                  <a:solidFill>
                    <a:schemeClr val="tx1"/>
                  </a:solidFill>
                </a:rPr>
                <a:t>FP3</a:t>
              </a:r>
              <a:r>
                <a:rPr lang="zh-CN" altLang="en-US" sz="70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PBN3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530" name="直接箭头连接符 529">
              <a:extLst>
                <a:ext uri="{FF2B5EF4-FFF2-40B4-BE49-F238E27FC236}">
                  <a16:creationId xmlns:a16="http://schemas.microsoft.com/office/drawing/2014/main" id="{A192DD7F-D4A8-1404-2CE5-E8E521B7F9AF}"/>
                </a:ext>
              </a:extLst>
            </p:cNvPr>
            <p:cNvCxnSpPr>
              <a:cxnSpLocks/>
              <a:stCxn id="526" idx="3"/>
              <a:endCxn id="529" idx="1"/>
            </p:cNvCxnSpPr>
            <p:nvPr/>
          </p:nvCxnSpPr>
          <p:spPr>
            <a:xfrm>
              <a:off x="5329961" y="1606117"/>
              <a:ext cx="204657" cy="188393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1" name="直接箭头连接符 530">
              <a:extLst>
                <a:ext uri="{FF2B5EF4-FFF2-40B4-BE49-F238E27FC236}">
                  <a16:creationId xmlns:a16="http://schemas.microsoft.com/office/drawing/2014/main" id="{71048042-9060-B4CE-FF96-031917C3F9EC}"/>
                </a:ext>
              </a:extLst>
            </p:cNvPr>
            <p:cNvCxnSpPr>
              <a:cxnSpLocks/>
              <a:stCxn id="526" idx="3"/>
              <a:endCxn id="528" idx="1"/>
            </p:cNvCxnSpPr>
            <p:nvPr/>
          </p:nvCxnSpPr>
          <p:spPr>
            <a:xfrm>
              <a:off x="5329961" y="1606117"/>
              <a:ext cx="204657" cy="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2" name="直接箭头连接符 531">
              <a:extLst>
                <a:ext uri="{FF2B5EF4-FFF2-40B4-BE49-F238E27FC236}">
                  <a16:creationId xmlns:a16="http://schemas.microsoft.com/office/drawing/2014/main" id="{E41B3852-0138-4D84-E66D-3DAE7B530E8A}"/>
                </a:ext>
              </a:extLst>
            </p:cNvPr>
            <p:cNvCxnSpPr>
              <a:cxnSpLocks/>
              <a:stCxn id="526" idx="3"/>
              <a:endCxn id="527" idx="1"/>
            </p:cNvCxnSpPr>
            <p:nvPr/>
          </p:nvCxnSpPr>
          <p:spPr>
            <a:xfrm flipV="1">
              <a:off x="5329961" y="1403350"/>
              <a:ext cx="204657" cy="20276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3" name="矩形 532">
              <a:extLst>
                <a:ext uri="{FF2B5EF4-FFF2-40B4-BE49-F238E27FC236}">
                  <a16:creationId xmlns:a16="http://schemas.microsoft.com/office/drawing/2014/main" id="{03AD52E4-A66D-E1EF-6E6E-C9FB023357CD}"/>
                </a:ext>
              </a:extLst>
            </p:cNvPr>
            <p:cNvSpPr/>
            <p:nvPr/>
          </p:nvSpPr>
          <p:spPr>
            <a:xfrm>
              <a:off x="5476805" y="248920"/>
              <a:ext cx="863583" cy="251319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rgbClr val="C00000"/>
                  </a:solidFill>
                </a:rPr>
                <a:t>FDM Entry</a:t>
              </a:r>
            </a:p>
            <a:p>
              <a:pPr algn="ctr"/>
              <a:r>
                <a:rPr lang="zh-CN" altLang="en-US" sz="800" dirty="0">
                  <a:solidFill>
                    <a:srgbClr val="C00000"/>
                  </a:solidFill>
                </a:rPr>
                <a:t>≈ </a:t>
              </a:r>
              <a:r>
                <a:rPr lang="en-US" altLang="zh-CN" sz="800" dirty="0">
                  <a:solidFill>
                    <a:srgbClr val="C00000"/>
                  </a:solidFill>
                </a:rPr>
                <a:t>FP2P + L2P</a:t>
              </a:r>
              <a:endParaRPr lang="zh-CN" altLang="en-US" sz="800" dirty="0">
                <a:solidFill>
                  <a:srgbClr val="C00000"/>
                </a:solidFill>
              </a:endParaRPr>
            </a:p>
          </p:txBody>
        </p:sp>
        <p:sp>
          <p:nvSpPr>
            <p:cNvPr id="534" name="文本框 533">
              <a:extLst>
                <a:ext uri="{FF2B5EF4-FFF2-40B4-BE49-F238E27FC236}">
                  <a16:creationId xmlns:a16="http://schemas.microsoft.com/office/drawing/2014/main" id="{36438D36-08E4-326B-508C-853DD51CE3B1}"/>
                </a:ext>
              </a:extLst>
            </p:cNvPr>
            <p:cNvSpPr txBox="1"/>
            <p:nvPr/>
          </p:nvSpPr>
          <p:spPr>
            <a:xfrm>
              <a:off x="5074767" y="1953543"/>
              <a:ext cx="126562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(d) FDM File System</a:t>
              </a:r>
              <a:endParaRPr lang="zh-CN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96991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3A79217-3E31-32BB-F66B-263D6CE9E993}"/>
              </a:ext>
            </a:extLst>
          </p:cNvPr>
          <p:cNvGrpSpPr/>
          <p:nvPr/>
        </p:nvGrpSpPr>
        <p:grpSpPr>
          <a:xfrm>
            <a:off x="150503" y="363637"/>
            <a:ext cx="6266542" cy="1370521"/>
            <a:chOff x="150503" y="363637"/>
            <a:chExt cx="6266542" cy="1370521"/>
          </a:xfrm>
        </p:grpSpPr>
        <p:sp>
          <p:nvSpPr>
            <p:cNvPr id="382" name="矩形 381">
              <a:extLst>
                <a:ext uri="{FF2B5EF4-FFF2-40B4-BE49-F238E27FC236}">
                  <a16:creationId xmlns:a16="http://schemas.microsoft.com/office/drawing/2014/main" id="{A7957FDF-79F7-C0F9-E179-E72E23876209}"/>
                </a:ext>
              </a:extLst>
            </p:cNvPr>
            <p:cNvSpPr/>
            <p:nvPr/>
          </p:nvSpPr>
          <p:spPr>
            <a:xfrm>
              <a:off x="2463390" y="662508"/>
              <a:ext cx="603297" cy="676135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矩形 458">
              <a:extLst>
                <a:ext uri="{FF2B5EF4-FFF2-40B4-BE49-F238E27FC236}">
                  <a16:creationId xmlns:a16="http://schemas.microsoft.com/office/drawing/2014/main" id="{EF00A4F7-9BCF-5075-A945-EFAF00EC08F9}"/>
                </a:ext>
              </a:extLst>
            </p:cNvPr>
            <p:cNvSpPr/>
            <p:nvPr/>
          </p:nvSpPr>
          <p:spPr>
            <a:xfrm>
              <a:off x="530270" y="527050"/>
              <a:ext cx="633503" cy="493571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4B74CA6-F0AA-0F52-3936-BFE784BDD6AF}"/>
                </a:ext>
              </a:extLst>
            </p:cNvPr>
            <p:cNvSpPr/>
            <p:nvPr/>
          </p:nvSpPr>
          <p:spPr>
            <a:xfrm>
              <a:off x="150503" y="665509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E86AD41A-5C3E-B446-E9EE-4E1C966CBC92}"/>
                </a:ext>
              </a:extLst>
            </p:cNvPr>
            <p:cNvSpPr/>
            <p:nvPr/>
          </p:nvSpPr>
          <p:spPr>
            <a:xfrm>
              <a:off x="610354" y="595226"/>
              <a:ext cx="494771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EC9967A-C09F-3C8D-3AC7-E5BCCDF9472E}"/>
                </a:ext>
              </a:extLst>
            </p:cNvPr>
            <p:cNvSpPr/>
            <p:nvPr/>
          </p:nvSpPr>
          <p:spPr>
            <a:xfrm>
              <a:off x="610354" y="797993"/>
              <a:ext cx="494771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52" name="直接箭头连接符 451">
              <a:extLst>
                <a:ext uri="{FF2B5EF4-FFF2-40B4-BE49-F238E27FC236}">
                  <a16:creationId xmlns:a16="http://schemas.microsoft.com/office/drawing/2014/main" id="{515E4AB9-E133-92D3-385D-DB427754B929}"/>
                </a:ext>
              </a:extLst>
            </p:cNvPr>
            <p:cNvCxnSpPr>
              <a:cxnSpLocks/>
              <a:stCxn id="25" idx="3"/>
              <a:endCxn id="28" idx="1"/>
            </p:cNvCxnSpPr>
            <p:nvPr/>
          </p:nvCxnSpPr>
          <p:spPr>
            <a:xfrm>
              <a:off x="405697" y="767946"/>
              <a:ext cx="204657" cy="10243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6" name="直接箭头连接符 455">
              <a:extLst>
                <a:ext uri="{FF2B5EF4-FFF2-40B4-BE49-F238E27FC236}">
                  <a16:creationId xmlns:a16="http://schemas.microsoft.com/office/drawing/2014/main" id="{A6257777-2322-D2E2-54C2-E475E039BD6F}"/>
                </a:ext>
              </a:extLst>
            </p:cNvPr>
            <p:cNvCxnSpPr>
              <a:cxnSpLocks/>
              <a:stCxn id="25" idx="3"/>
              <a:endCxn id="27" idx="1"/>
            </p:cNvCxnSpPr>
            <p:nvPr/>
          </p:nvCxnSpPr>
          <p:spPr>
            <a:xfrm flipV="1">
              <a:off x="405697" y="667616"/>
              <a:ext cx="204657" cy="10033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7" name="矩形 506">
              <a:extLst>
                <a:ext uri="{FF2B5EF4-FFF2-40B4-BE49-F238E27FC236}">
                  <a16:creationId xmlns:a16="http://schemas.microsoft.com/office/drawing/2014/main" id="{D6918A7F-A422-56D8-9C1A-145732D56C7D}"/>
                </a:ext>
              </a:extLst>
            </p:cNvPr>
            <p:cNvSpPr/>
            <p:nvPr/>
          </p:nvSpPr>
          <p:spPr>
            <a:xfrm>
              <a:off x="530270" y="1101832"/>
              <a:ext cx="633503" cy="467300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8" name="矩形 507">
              <a:extLst>
                <a:ext uri="{FF2B5EF4-FFF2-40B4-BE49-F238E27FC236}">
                  <a16:creationId xmlns:a16="http://schemas.microsoft.com/office/drawing/2014/main" id="{BD0BD994-0419-8C8A-FF03-A0E96F9033C2}"/>
                </a:ext>
              </a:extLst>
            </p:cNvPr>
            <p:cNvSpPr/>
            <p:nvPr/>
          </p:nvSpPr>
          <p:spPr>
            <a:xfrm>
              <a:off x="150503" y="1227189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09" name="矩形 508">
              <a:extLst>
                <a:ext uri="{FF2B5EF4-FFF2-40B4-BE49-F238E27FC236}">
                  <a16:creationId xmlns:a16="http://schemas.microsoft.com/office/drawing/2014/main" id="{221AF2C2-51D3-1419-1F18-8BDF31E9AF6A}"/>
                </a:ext>
              </a:extLst>
            </p:cNvPr>
            <p:cNvSpPr/>
            <p:nvPr/>
          </p:nvSpPr>
          <p:spPr>
            <a:xfrm>
              <a:off x="610354" y="1170007"/>
              <a:ext cx="494771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PBN3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10" name="矩形 509">
              <a:extLst>
                <a:ext uri="{FF2B5EF4-FFF2-40B4-BE49-F238E27FC236}">
                  <a16:creationId xmlns:a16="http://schemas.microsoft.com/office/drawing/2014/main" id="{E314A128-CAA9-0020-40FC-9B772DCF84AE}"/>
                </a:ext>
              </a:extLst>
            </p:cNvPr>
            <p:cNvSpPr/>
            <p:nvPr/>
          </p:nvSpPr>
          <p:spPr>
            <a:xfrm>
              <a:off x="610354" y="1372774"/>
              <a:ext cx="494771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PBN4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F0977D9E-A406-77E3-AB04-1EBB07C27379}"/>
                </a:ext>
              </a:extLst>
            </p:cNvPr>
            <p:cNvCxnSpPr>
              <a:cxnSpLocks/>
              <a:stCxn id="508" idx="3"/>
              <a:endCxn id="510" idx="1"/>
            </p:cNvCxnSpPr>
            <p:nvPr/>
          </p:nvCxnSpPr>
          <p:spPr>
            <a:xfrm>
              <a:off x="405697" y="1329626"/>
              <a:ext cx="204657" cy="115538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B510133D-70F9-168B-490B-13CFA54D7F71}"/>
                </a:ext>
              </a:extLst>
            </p:cNvPr>
            <p:cNvCxnSpPr>
              <a:cxnSpLocks/>
              <a:stCxn id="508" idx="3"/>
              <a:endCxn id="509" idx="1"/>
            </p:cNvCxnSpPr>
            <p:nvPr/>
          </p:nvCxnSpPr>
          <p:spPr>
            <a:xfrm flipV="1">
              <a:off x="405697" y="1242397"/>
              <a:ext cx="204657" cy="87229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0A9F3143-D184-4825-F9FC-B26084A476F0}"/>
                </a:ext>
              </a:extLst>
            </p:cNvPr>
            <p:cNvSpPr/>
            <p:nvPr/>
          </p:nvSpPr>
          <p:spPr>
            <a:xfrm>
              <a:off x="1774271" y="527051"/>
              <a:ext cx="609035" cy="865651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00398726-DBBC-6FBC-2EA5-D536A3F72E7A}"/>
                </a:ext>
              </a:extLst>
            </p:cNvPr>
            <p:cNvSpPr/>
            <p:nvPr/>
          </p:nvSpPr>
          <p:spPr>
            <a:xfrm>
              <a:off x="1394504" y="522974"/>
              <a:ext cx="255194" cy="86565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Logic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Space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957F32B6-F77C-3990-A450-74EE758A1422}"/>
                </a:ext>
              </a:extLst>
            </p:cNvPr>
            <p:cNvSpPr/>
            <p:nvPr/>
          </p:nvSpPr>
          <p:spPr>
            <a:xfrm>
              <a:off x="1854356" y="595226"/>
              <a:ext cx="470536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913AE1D1-6CA4-719C-54F1-9C489E6756F0}"/>
                </a:ext>
              </a:extLst>
            </p:cNvPr>
            <p:cNvSpPr/>
            <p:nvPr/>
          </p:nvSpPr>
          <p:spPr>
            <a:xfrm>
              <a:off x="1854356" y="792045"/>
              <a:ext cx="470536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2ACE27C0-07D6-168A-E0E4-31B704612363}"/>
                </a:ext>
              </a:extLst>
            </p:cNvPr>
            <p:cNvSpPr/>
            <p:nvPr/>
          </p:nvSpPr>
          <p:spPr>
            <a:xfrm>
              <a:off x="1854356" y="988864"/>
              <a:ext cx="470536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LBN3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64B3070E-BB3A-18A2-F423-50AB0ED9C876}"/>
                </a:ext>
              </a:extLst>
            </p:cNvPr>
            <p:cNvCxnSpPr>
              <a:cxnSpLocks/>
              <a:stCxn id="81" idx="3"/>
              <a:endCxn id="87" idx="1"/>
            </p:cNvCxnSpPr>
            <p:nvPr/>
          </p:nvCxnSpPr>
          <p:spPr>
            <a:xfrm>
              <a:off x="1649698" y="955800"/>
              <a:ext cx="204658" cy="105454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BE8168C2-12C5-AC6E-A3F7-21A2646EB7C1}"/>
                </a:ext>
              </a:extLst>
            </p:cNvPr>
            <p:cNvCxnSpPr>
              <a:cxnSpLocks/>
              <a:stCxn id="81" idx="3"/>
              <a:endCxn id="86" idx="1"/>
            </p:cNvCxnSpPr>
            <p:nvPr/>
          </p:nvCxnSpPr>
          <p:spPr>
            <a:xfrm flipV="1">
              <a:off x="1649698" y="864435"/>
              <a:ext cx="204658" cy="91365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26BD0300-DE60-555A-8F89-B6338E5733D9}"/>
                </a:ext>
              </a:extLst>
            </p:cNvPr>
            <p:cNvCxnSpPr>
              <a:cxnSpLocks/>
              <a:stCxn id="81" idx="3"/>
              <a:endCxn id="82" idx="1"/>
            </p:cNvCxnSpPr>
            <p:nvPr/>
          </p:nvCxnSpPr>
          <p:spPr>
            <a:xfrm flipV="1">
              <a:off x="1649698" y="667616"/>
              <a:ext cx="204658" cy="288184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82B5AFA7-283C-3855-D389-C8227ECC3335}"/>
                </a:ext>
              </a:extLst>
            </p:cNvPr>
            <p:cNvSpPr/>
            <p:nvPr/>
          </p:nvSpPr>
          <p:spPr>
            <a:xfrm>
              <a:off x="1854356" y="1185684"/>
              <a:ext cx="470536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LBN4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C01B642A-22FB-7DAA-ACED-59BFFDDB9B26}"/>
                </a:ext>
              </a:extLst>
            </p:cNvPr>
            <p:cNvCxnSpPr>
              <a:cxnSpLocks/>
              <a:stCxn id="81" idx="3"/>
              <a:endCxn id="99" idx="1"/>
            </p:cNvCxnSpPr>
            <p:nvPr/>
          </p:nvCxnSpPr>
          <p:spPr>
            <a:xfrm>
              <a:off x="1649698" y="955800"/>
              <a:ext cx="204658" cy="302274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1892B963-D2A5-6660-6EE2-E8D7DB5E9A1E}"/>
                </a:ext>
              </a:extLst>
            </p:cNvPr>
            <p:cNvSpPr/>
            <p:nvPr/>
          </p:nvSpPr>
          <p:spPr>
            <a:xfrm>
              <a:off x="2533618" y="729568"/>
              <a:ext cx="459031" cy="2389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84" name="矩形 383">
              <a:extLst>
                <a:ext uri="{FF2B5EF4-FFF2-40B4-BE49-F238E27FC236}">
                  <a16:creationId xmlns:a16="http://schemas.microsoft.com/office/drawing/2014/main" id="{E12B92BB-81C0-F4D9-5EB5-4F2A498B5F6B}"/>
                </a:ext>
              </a:extLst>
            </p:cNvPr>
            <p:cNvSpPr/>
            <p:nvPr/>
          </p:nvSpPr>
          <p:spPr>
            <a:xfrm>
              <a:off x="1813895" y="363637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</a:rPr>
                <a:t>L2P Entry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385" name="矩形 384">
              <a:extLst>
                <a:ext uri="{FF2B5EF4-FFF2-40B4-BE49-F238E27FC236}">
                  <a16:creationId xmlns:a16="http://schemas.microsoft.com/office/drawing/2014/main" id="{681A95DD-8C89-F410-989D-873026C5FF82}"/>
                </a:ext>
              </a:extLst>
            </p:cNvPr>
            <p:cNvSpPr/>
            <p:nvPr/>
          </p:nvSpPr>
          <p:spPr>
            <a:xfrm>
              <a:off x="555515" y="363637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</a:rPr>
                <a:t>L2P Entry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387" name="矩形 386">
              <a:extLst>
                <a:ext uri="{FF2B5EF4-FFF2-40B4-BE49-F238E27FC236}">
                  <a16:creationId xmlns:a16="http://schemas.microsoft.com/office/drawing/2014/main" id="{6C157B11-C251-9FF0-1880-BA61F7DF625F}"/>
                </a:ext>
              </a:extLst>
            </p:cNvPr>
            <p:cNvSpPr/>
            <p:nvPr/>
          </p:nvSpPr>
          <p:spPr>
            <a:xfrm>
              <a:off x="2512941" y="505252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</a:rPr>
                <a:t>FP2P Entry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545" name="矩形 544">
              <a:extLst>
                <a:ext uri="{FF2B5EF4-FFF2-40B4-BE49-F238E27FC236}">
                  <a16:creationId xmlns:a16="http://schemas.microsoft.com/office/drawing/2014/main" id="{ECDC462E-13F0-E768-EDCC-3615C8D289C2}"/>
                </a:ext>
              </a:extLst>
            </p:cNvPr>
            <p:cNvSpPr/>
            <p:nvPr/>
          </p:nvSpPr>
          <p:spPr>
            <a:xfrm>
              <a:off x="1394503" y="1426396"/>
              <a:ext cx="1669895" cy="1401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File System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51" name="箭头: 上下 550">
              <a:extLst>
                <a:ext uri="{FF2B5EF4-FFF2-40B4-BE49-F238E27FC236}">
                  <a16:creationId xmlns:a16="http://schemas.microsoft.com/office/drawing/2014/main" id="{01AD7464-F563-9BFB-0CDF-17B67AC88D83}"/>
                </a:ext>
              </a:extLst>
            </p:cNvPr>
            <p:cNvSpPr/>
            <p:nvPr/>
          </p:nvSpPr>
          <p:spPr>
            <a:xfrm>
              <a:off x="2863865" y="1294837"/>
              <a:ext cx="86424" cy="187262"/>
            </a:xfrm>
            <a:prstGeom prst="upDownArrow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55" name="文本框 554">
              <a:extLst>
                <a:ext uri="{FF2B5EF4-FFF2-40B4-BE49-F238E27FC236}">
                  <a16:creationId xmlns:a16="http://schemas.microsoft.com/office/drawing/2014/main" id="{32976626-8B5E-456F-BE7B-3495A2C02B73}"/>
                </a:ext>
              </a:extLst>
            </p:cNvPr>
            <p:cNvSpPr txBox="1"/>
            <p:nvPr/>
          </p:nvSpPr>
          <p:spPr>
            <a:xfrm>
              <a:off x="365657" y="1611047"/>
              <a:ext cx="66450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(a) File System</a:t>
              </a:r>
              <a:endParaRPr lang="zh-CN" altLang="en-US" sz="800" dirty="0"/>
            </a:p>
          </p:txBody>
        </p:sp>
        <p:sp>
          <p:nvSpPr>
            <p:cNvPr id="556" name="文本框 555">
              <a:extLst>
                <a:ext uri="{FF2B5EF4-FFF2-40B4-BE49-F238E27FC236}">
                  <a16:creationId xmlns:a16="http://schemas.microsoft.com/office/drawing/2014/main" id="{F02EA08E-B8C1-3A32-649C-E39CDAF769BE}"/>
                </a:ext>
              </a:extLst>
            </p:cNvPr>
            <p:cNvSpPr txBox="1"/>
            <p:nvPr/>
          </p:nvSpPr>
          <p:spPr>
            <a:xfrm>
              <a:off x="1522101" y="1611047"/>
              <a:ext cx="1518678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(b) Stand-alone Dedup</a:t>
              </a:r>
              <a:endParaRPr lang="zh-CN" altLang="en-US" sz="800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74B0AF7D-34A3-BF69-A0AD-3435D0891415}"/>
                </a:ext>
              </a:extLst>
            </p:cNvPr>
            <p:cNvSpPr/>
            <p:nvPr/>
          </p:nvSpPr>
          <p:spPr>
            <a:xfrm>
              <a:off x="2533618" y="1022227"/>
              <a:ext cx="459031" cy="2389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9ED89D5E-CE06-F965-0243-F699D661D485}"/>
                </a:ext>
              </a:extLst>
            </p:cNvPr>
            <p:cNvCxnSpPr>
              <a:cxnSpLocks/>
              <a:stCxn id="82" idx="3"/>
              <a:endCxn id="194" idx="1"/>
            </p:cNvCxnSpPr>
            <p:nvPr/>
          </p:nvCxnSpPr>
          <p:spPr>
            <a:xfrm>
              <a:off x="2324892" y="667616"/>
              <a:ext cx="208726" cy="181410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31837210-38EF-9A98-EE89-EE05A539E1F0}"/>
                </a:ext>
              </a:extLst>
            </p:cNvPr>
            <p:cNvCxnSpPr>
              <a:cxnSpLocks/>
              <a:stCxn id="86" idx="3"/>
              <a:endCxn id="194" idx="1"/>
            </p:cNvCxnSpPr>
            <p:nvPr/>
          </p:nvCxnSpPr>
          <p:spPr>
            <a:xfrm flipV="1">
              <a:off x="2324892" y="849026"/>
              <a:ext cx="208726" cy="15409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601BAC7C-8026-BFF4-D642-913E5FF97828}"/>
                </a:ext>
              </a:extLst>
            </p:cNvPr>
            <p:cNvCxnSpPr>
              <a:cxnSpLocks/>
              <a:stCxn id="87" idx="3"/>
              <a:endCxn id="44" idx="1"/>
            </p:cNvCxnSpPr>
            <p:nvPr/>
          </p:nvCxnSpPr>
          <p:spPr>
            <a:xfrm>
              <a:off x="2324892" y="1061254"/>
              <a:ext cx="208726" cy="80431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5F41395D-56AD-1CF9-2074-B60C64806ED0}"/>
                </a:ext>
              </a:extLst>
            </p:cNvPr>
            <p:cNvCxnSpPr>
              <a:cxnSpLocks/>
              <a:stCxn id="99" idx="3"/>
              <a:endCxn id="44" idx="1"/>
            </p:cNvCxnSpPr>
            <p:nvPr/>
          </p:nvCxnSpPr>
          <p:spPr>
            <a:xfrm flipV="1">
              <a:off x="2324892" y="1141685"/>
              <a:ext cx="208726" cy="116389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9" name="矩形 448">
              <a:extLst>
                <a:ext uri="{FF2B5EF4-FFF2-40B4-BE49-F238E27FC236}">
                  <a16:creationId xmlns:a16="http://schemas.microsoft.com/office/drawing/2014/main" id="{EFFBFE43-CF36-03FA-8FDD-4119C965F992}"/>
                </a:ext>
              </a:extLst>
            </p:cNvPr>
            <p:cNvSpPr/>
            <p:nvPr/>
          </p:nvSpPr>
          <p:spPr>
            <a:xfrm>
              <a:off x="3620105" y="527050"/>
              <a:ext cx="636935" cy="493571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0" name="矩形 449">
              <a:extLst>
                <a:ext uri="{FF2B5EF4-FFF2-40B4-BE49-F238E27FC236}">
                  <a16:creationId xmlns:a16="http://schemas.microsoft.com/office/drawing/2014/main" id="{6397DB7D-2482-E6D8-6F42-47FDF1E93DCF}"/>
                </a:ext>
              </a:extLst>
            </p:cNvPr>
            <p:cNvSpPr/>
            <p:nvPr/>
          </p:nvSpPr>
          <p:spPr>
            <a:xfrm>
              <a:off x="3240338" y="667616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51" name="矩形 450">
              <a:extLst>
                <a:ext uri="{FF2B5EF4-FFF2-40B4-BE49-F238E27FC236}">
                  <a16:creationId xmlns:a16="http://schemas.microsoft.com/office/drawing/2014/main" id="{8A768AB6-4208-7154-6648-DB572AE3D62E}"/>
                </a:ext>
              </a:extLst>
            </p:cNvPr>
            <p:cNvSpPr/>
            <p:nvPr/>
          </p:nvSpPr>
          <p:spPr>
            <a:xfrm>
              <a:off x="3700190" y="595226"/>
              <a:ext cx="488722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53" name="矩形 452">
              <a:extLst>
                <a:ext uri="{FF2B5EF4-FFF2-40B4-BE49-F238E27FC236}">
                  <a16:creationId xmlns:a16="http://schemas.microsoft.com/office/drawing/2014/main" id="{67A9B54C-4750-D0BF-CC28-72AA5A777BC6}"/>
                </a:ext>
              </a:extLst>
            </p:cNvPr>
            <p:cNvSpPr/>
            <p:nvPr/>
          </p:nvSpPr>
          <p:spPr>
            <a:xfrm>
              <a:off x="3700190" y="797993"/>
              <a:ext cx="488722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57" name="直接箭头连接符 456">
              <a:extLst>
                <a:ext uri="{FF2B5EF4-FFF2-40B4-BE49-F238E27FC236}">
                  <a16:creationId xmlns:a16="http://schemas.microsoft.com/office/drawing/2014/main" id="{48D0194D-0633-A2CC-B94B-63BF03C2C1FF}"/>
                </a:ext>
              </a:extLst>
            </p:cNvPr>
            <p:cNvCxnSpPr>
              <a:cxnSpLocks/>
              <a:stCxn id="450" idx="3"/>
              <a:endCxn id="453" idx="1"/>
            </p:cNvCxnSpPr>
            <p:nvPr/>
          </p:nvCxnSpPr>
          <p:spPr>
            <a:xfrm>
              <a:off x="3495532" y="770053"/>
              <a:ext cx="204658" cy="10033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8" name="直接箭头连接符 457">
              <a:extLst>
                <a:ext uri="{FF2B5EF4-FFF2-40B4-BE49-F238E27FC236}">
                  <a16:creationId xmlns:a16="http://schemas.microsoft.com/office/drawing/2014/main" id="{DA53F992-CB38-C796-4396-A002EF593B6F}"/>
                </a:ext>
              </a:extLst>
            </p:cNvPr>
            <p:cNvCxnSpPr>
              <a:cxnSpLocks/>
              <a:stCxn id="450" idx="3"/>
              <a:endCxn id="451" idx="1"/>
            </p:cNvCxnSpPr>
            <p:nvPr/>
          </p:nvCxnSpPr>
          <p:spPr>
            <a:xfrm flipV="1">
              <a:off x="3495532" y="667616"/>
              <a:ext cx="204658" cy="10243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0" name="矩形 459">
              <a:extLst>
                <a:ext uri="{FF2B5EF4-FFF2-40B4-BE49-F238E27FC236}">
                  <a16:creationId xmlns:a16="http://schemas.microsoft.com/office/drawing/2014/main" id="{739A426F-AD43-21C2-C609-EB68C4FEF433}"/>
                </a:ext>
              </a:extLst>
            </p:cNvPr>
            <p:cNvSpPr/>
            <p:nvPr/>
          </p:nvSpPr>
          <p:spPr>
            <a:xfrm>
              <a:off x="3620105" y="1107713"/>
              <a:ext cx="636935" cy="461420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矩形 460">
              <a:extLst>
                <a:ext uri="{FF2B5EF4-FFF2-40B4-BE49-F238E27FC236}">
                  <a16:creationId xmlns:a16="http://schemas.microsoft.com/office/drawing/2014/main" id="{E27C4908-AA8F-AAA1-102E-80F6ACA2037E}"/>
                </a:ext>
              </a:extLst>
            </p:cNvPr>
            <p:cNvSpPr/>
            <p:nvPr/>
          </p:nvSpPr>
          <p:spPr>
            <a:xfrm>
              <a:off x="3240338" y="1234712"/>
              <a:ext cx="255194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inode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62" name="矩形 461">
              <a:extLst>
                <a:ext uri="{FF2B5EF4-FFF2-40B4-BE49-F238E27FC236}">
                  <a16:creationId xmlns:a16="http://schemas.microsoft.com/office/drawing/2014/main" id="{DA1195E5-5109-098D-AB2C-18E79D258C4B}"/>
                </a:ext>
              </a:extLst>
            </p:cNvPr>
            <p:cNvSpPr/>
            <p:nvPr/>
          </p:nvSpPr>
          <p:spPr>
            <a:xfrm>
              <a:off x="3700190" y="1175888"/>
              <a:ext cx="488722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63" name="矩形 462">
              <a:extLst>
                <a:ext uri="{FF2B5EF4-FFF2-40B4-BE49-F238E27FC236}">
                  <a16:creationId xmlns:a16="http://schemas.microsoft.com/office/drawing/2014/main" id="{5A715FD6-D152-C264-8EBB-A5A0A88B4A14}"/>
                </a:ext>
              </a:extLst>
            </p:cNvPr>
            <p:cNvSpPr/>
            <p:nvPr/>
          </p:nvSpPr>
          <p:spPr>
            <a:xfrm>
              <a:off x="3700190" y="1378655"/>
              <a:ext cx="488722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PBN3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66" name="直接箭头连接符 465">
              <a:extLst>
                <a:ext uri="{FF2B5EF4-FFF2-40B4-BE49-F238E27FC236}">
                  <a16:creationId xmlns:a16="http://schemas.microsoft.com/office/drawing/2014/main" id="{B85EC7DF-6F85-2B43-163B-22C986A4E88A}"/>
                </a:ext>
              </a:extLst>
            </p:cNvPr>
            <p:cNvCxnSpPr>
              <a:cxnSpLocks/>
              <a:stCxn id="461" idx="3"/>
              <a:endCxn id="463" idx="1"/>
            </p:cNvCxnSpPr>
            <p:nvPr/>
          </p:nvCxnSpPr>
          <p:spPr>
            <a:xfrm>
              <a:off x="3495532" y="1337149"/>
              <a:ext cx="204658" cy="113896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7" name="直接箭头连接符 466">
              <a:extLst>
                <a:ext uri="{FF2B5EF4-FFF2-40B4-BE49-F238E27FC236}">
                  <a16:creationId xmlns:a16="http://schemas.microsoft.com/office/drawing/2014/main" id="{4593473C-A33F-659F-40D4-730174BF0AE6}"/>
                </a:ext>
              </a:extLst>
            </p:cNvPr>
            <p:cNvCxnSpPr>
              <a:cxnSpLocks/>
              <a:stCxn id="461" idx="3"/>
              <a:endCxn id="462" idx="1"/>
            </p:cNvCxnSpPr>
            <p:nvPr/>
          </p:nvCxnSpPr>
          <p:spPr>
            <a:xfrm flipV="1">
              <a:off x="3495532" y="1248278"/>
              <a:ext cx="204658" cy="88871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8" name="矩形 467">
              <a:extLst>
                <a:ext uri="{FF2B5EF4-FFF2-40B4-BE49-F238E27FC236}">
                  <a16:creationId xmlns:a16="http://schemas.microsoft.com/office/drawing/2014/main" id="{FACD8C97-9AA8-D4F5-4E79-58D42E4A9127}"/>
                </a:ext>
              </a:extLst>
            </p:cNvPr>
            <p:cNvSpPr/>
            <p:nvPr/>
          </p:nvSpPr>
          <p:spPr>
            <a:xfrm>
              <a:off x="3645350" y="363637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</a:rPr>
                <a:t>L2P Entry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469" name="文本框 468">
              <a:extLst>
                <a:ext uri="{FF2B5EF4-FFF2-40B4-BE49-F238E27FC236}">
                  <a16:creationId xmlns:a16="http://schemas.microsoft.com/office/drawing/2014/main" id="{7B91A759-E6D1-D853-5B75-ACFE5B36C04D}"/>
                </a:ext>
              </a:extLst>
            </p:cNvPr>
            <p:cNvSpPr txBox="1"/>
            <p:nvPr/>
          </p:nvSpPr>
          <p:spPr>
            <a:xfrm>
              <a:off x="3374584" y="1611047"/>
              <a:ext cx="126562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(c) Deduplication File System</a:t>
              </a:r>
              <a:endParaRPr lang="zh-CN" altLang="en-US" sz="800" dirty="0"/>
            </a:p>
          </p:txBody>
        </p:sp>
        <p:sp>
          <p:nvSpPr>
            <p:cNvPr id="486" name="矩形 485">
              <a:extLst>
                <a:ext uri="{FF2B5EF4-FFF2-40B4-BE49-F238E27FC236}">
                  <a16:creationId xmlns:a16="http://schemas.microsoft.com/office/drawing/2014/main" id="{F062CB74-07E1-CC70-6FCB-33FB029012B8}"/>
                </a:ext>
              </a:extLst>
            </p:cNvPr>
            <p:cNvSpPr/>
            <p:nvPr/>
          </p:nvSpPr>
          <p:spPr>
            <a:xfrm>
              <a:off x="4357562" y="685733"/>
              <a:ext cx="603297" cy="643893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7" name="矩形 486">
              <a:extLst>
                <a:ext uri="{FF2B5EF4-FFF2-40B4-BE49-F238E27FC236}">
                  <a16:creationId xmlns:a16="http://schemas.microsoft.com/office/drawing/2014/main" id="{F332C31F-6239-4A19-238E-E33714D117FF}"/>
                </a:ext>
              </a:extLst>
            </p:cNvPr>
            <p:cNvSpPr/>
            <p:nvPr/>
          </p:nvSpPr>
          <p:spPr>
            <a:xfrm>
              <a:off x="4427790" y="752794"/>
              <a:ext cx="459031" cy="2389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88" name="矩形 487">
              <a:extLst>
                <a:ext uri="{FF2B5EF4-FFF2-40B4-BE49-F238E27FC236}">
                  <a16:creationId xmlns:a16="http://schemas.microsoft.com/office/drawing/2014/main" id="{3B694B07-4821-B9E7-2661-C22AD94CB0DF}"/>
                </a:ext>
              </a:extLst>
            </p:cNvPr>
            <p:cNvSpPr/>
            <p:nvPr/>
          </p:nvSpPr>
          <p:spPr>
            <a:xfrm>
              <a:off x="4385532" y="526251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</a:rPr>
                <a:t>FP2P Entry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489" name="矩形 488">
              <a:extLst>
                <a:ext uri="{FF2B5EF4-FFF2-40B4-BE49-F238E27FC236}">
                  <a16:creationId xmlns:a16="http://schemas.microsoft.com/office/drawing/2014/main" id="{FF01F654-342F-DE20-7214-E0CB307159ED}"/>
                </a:ext>
              </a:extLst>
            </p:cNvPr>
            <p:cNvSpPr/>
            <p:nvPr/>
          </p:nvSpPr>
          <p:spPr>
            <a:xfrm>
              <a:off x="4427790" y="1045453"/>
              <a:ext cx="459031" cy="2389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91" name="直接箭头连接符 490">
              <a:extLst>
                <a:ext uri="{FF2B5EF4-FFF2-40B4-BE49-F238E27FC236}">
                  <a16:creationId xmlns:a16="http://schemas.microsoft.com/office/drawing/2014/main" id="{A8A37E3F-9FB0-8960-5F05-A0EC274B6004}"/>
                </a:ext>
              </a:extLst>
            </p:cNvPr>
            <p:cNvCxnSpPr>
              <a:cxnSpLocks/>
              <a:stCxn id="451" idx="3"/>
              <a:endCxn id="487" idx="1"/>
            </p:cNvCxnSpPr>
            <p:nvPr/>
          </p:nvCxnSpPr>
          <p:spPr>
            <a:xfrm>
              <a:off x="4188912" y="667616"/>
              <a:ext cx="238878" cy="204636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4" name="直接箭头连接符 493">
              <a:extLst>
                <a:ext uri="{FF2B5EF4-FFF2-40B4-BE49-F238E27FC236}">
                  <a16:creationId xmlns:a16="http://schemas.microsoft.com/office/drawing/2014/main" id="{4C2F0448-5E0F-88A8-BDBF-923657E966E5}"/>
                </a:ext>
              </a:extLst>
            </p:cNvPr>
            <p:cNvCxnSpPr>
              <a:cxnSpLocks/>
              <a:stCxn id="453" idx="3"/>
              <a:endCxn id="487" idx="1"/>
            </p:cNvCxnSpPr>
            <p:nvPr/>
          </p:nvCxnSpPr>
          <p:spPr>
            <a:xfrm>
              <a:off x="4188912" y="870383"/>
              <a:ext cx="238878" cy="1869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9" name="直接箭头连接符 498">
              <a:extLst>
                <a:ext uri="{FF2B5EF4-FFF2-40B4-BE49-F238E27FC236}">
                  <a16:creationId xmlns:a16="http://schemas.microsoft.com/office/drawing/2014/main" id="{CAD9F34D-0514-C8C4-E736-9329E3C36292}"/>
                </a:ext>
              </a:extLst>
            </p:cNvPr>
            <p:cNvCxnSpPr>
              <a:cxnSpLocks/>
              <a:stCxn id="463" idx="3"/>
              <a:endCxn id="489" idx="1"/>
            </p:cNvCxnSpPr>
            <p:nvPr/>
          </p:nvCxnSpPr>
          <p:spPr>
            <a:xfrm flipV="1">
              <a:off x="4188912" y="1164911"/>
              <a:ext cx="238878" cy="286134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2" name="直接箭头连接符 501">
              <a:extLst>
                <a:ext uri="{FF2B5EF4-FFF2-40B4-BE49-F238E27FC236}">
                  <a16:creationId xmlns:a16="http://schemas.microsoft.com/office/drawing/2014/main" id="{78A09F91-6FF3-B5C0-323C-1706028C2093}"/>
                </a:ext>
              </a:extLst>
            </p:cNvPr>
            <p:cNvCxnSpPr>
              <a:cxnSpLocks/>
              <a:stCxn id="462" idx="3"/>
              <a:endCxn id="489" idx="1"/>
            </p:cNvCxnSpPr>
            <p:nvPr/>
          </p:nvCxnSpPr>
          <p:spPr>
            <a:xfrm flipV="1">
              <a:off x="4188912" y="1164911"/>
              <a:ext cx="238878" cy="83367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D6D67E4-B6FE-CFD5-5CD9-B86004ED8F21}"/>
                </a:ext>
              </a:extLst>
            </p:cNvPr>
            <p:cNvGrpSpPr/>
            <p:nvPr/>
          </p:nvGrpSpPr>
          <p:grpSpPr>
            <a:xfrm>
              <a:off x="5074767" y="363637"/>
              <a:ext cx="1342278" cy="1199616"/>
              <a:chOff x="5074767" y="363637"/>
              <a:chExt cx="1342278" cy="1199616"/>
            </a:xfrm>
          </p:grpSpPr>
          <p:sp>
            <p:nvSpPr>
              <p:cNvPr id="517" name="矩形 516">
                <a:extLst>
                  <a:ext uri="{FF2B5EF4-FFF2-40B4-BE49-F238E27FC236}">
                    <a16:creationId xmlns:a16="http://schemas.microsoft.com/office/drawing/2014/main" id="{B7BE02F4-09C2-159A-AADB-BDDD2CEC0059}"/>
                  </a:ext>
                </a:extLst>
              </p:cNvPr>
              <p:cNvSpPr/>
              <p:nvPr/>
            </p:nvSpPr>
            <p:spPr>
              <a:xfrm>
                <a:off x="5454534" y="527051"/>
                <a:ext cx="885855" cy="480042"/>
              </a:xfrm>
              <a:prstGeom prst="rect">
                <a:avLst/>
              </a:prstGeom>
              <a:solidFill>
                <a:schemeClr val="bg1"/>
              </a:solidFill>
              <a:ln w="6350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8" name="矩形 517">
                <a:extLst>
                  <a:ext uri="{FF2B5EF4-FFF2-40B4-BE49-F238E27FC236}">
                    <a16:creationId xmlns:a16="http://schemas.microsoft.com/office/drawing/2014/main" id="{8DFE8196-8F04-24E6-6A25-DE815A7479C8}"/>
                  </a:ext>
                </a:extLst>
              </p:cNvPr>
              <p:cNvSpPr/>
              <p:nvPr/>
            </p:nvSpPr>
            <p:spPr>
              <a:xfrm>
                <a:off x="5074767" y="665509"/>
                <a:ext cx="255194" cy="204874"/>
              </a:xfrm>
              <a:prstGeom prst="rect">
                <a:avLst/>
              </a:prstGeom>
              <a:solidFill>
                <a:srgbClr val="D9D9D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700" dirty="0">
                    <a:solidFill>
                      <a:schemeClr val="tx1"/>
                    </a:solidFill>
                  </a:rPr>
                  <a:t>inode</a:t>
                </a:r>
                <a:endParaRPr lang="zh-CN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9" name="矩形 518">
                <a:extLst>
                  <a:ext uri="{FF2B5EF4-FFF2-40B4-BE49-F238E27FC236}">
                    <a16:creationId xmlns:a16="http://schemas.microsoft.com/office/drawing/2014/main" id="{981C53A5-966A-74BC-1020-82A9DBFAACAD}"/>
                  </a:ext>
                </a:extLst>
              </p:cNvPr>
              <p:cNvSpPr/>
              <p:nvPr/>
            </p:nvSpPr>
            <p:spPr>
              <a:xfrm>
                <a:off x="5534618" y="595226"/>
                <a:ext cx="762042" cy="14478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D9D9D9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700" dirty="0">
                    <a:solidFill>
                      <a:schemeClr val="tx1"/>
                    </a:solidFill>
                  </a:rPr>
                  <a:t>LBN1</a:t>
                </a:r>
                <a:r>
                  <a:rPr lang="zh-CN" altLang="en-US" sz="700" dirty="0">
                    <a:solidFill>
                      <a:schemeClr val="tx1"/>
                    </a:solidFill>
                  </a:rPr>
                  <a:t>→</a:t>
                </a:r>
                <a:r>
                  <a:rPr lang="en-US" altLang="zh-CN" sz="700" dirty="0">
                    <a:solidFill>
                      <a:schemeClr val="tx1"/>
                    </a:solidFill>
                  </a:rPr>
                  <a:t>FP1</a:t>
                </a:r>
                <a:r>
                  <a:rPr lang="zh-CN" altLang="en-US" sz="700" dirty="0">
                    <a:solidFill>
                      <a:schemeClr val="tx1"/>
                    </a:solidFill>
                  </a:rPr>
                  <a:t>→</a:t>
                </a:r>
                <a:r>
                  <a:rPr lang="en-US" altLang="zh-CN" sz="700" dirty="0">
                    <a:solidFill>
                      <a:schemeClr val="tx1"/>
                    </a:solidFill>
                  </a:rPr>
                  <a:t>PBN1</a:t>
                </a:r>
                <a:endParaRPr lang="zh-CN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0" name="矩形 519">
                <a:extLst>
                  <a:ext uri="{FF2B5EF4-FFF2-40B4-BE49-F238E27FC236}">
                    <a16:creationId xmlns:a16="http://schemas.microsoft.com/office/drawing/2014/main" id="{0347D7BE-2EB3-A545-68F3-6732B5E50798}"/>
                  </a:ext>
                </a:extLst>
              </p:cNvPr>
              <p:cNvSpPr/>
              <p:nvPr/>
            </p:nvSpPr>
            <p:spPr>
              <a:xfrm>
                <a:off x="5534618" y="797993"/>
                <a:ext cx="762042" cy="14478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D9D9D9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700" dirty="0">
                    <a:solidFill>
                      <a:schemeClr val="tx1"/>
                    </a:solidFill>
                  </a:rPr>
                  <a:t>LBN2</a:t>
                </a:r>
                <a:r>
                  <a:rPr lang="zh-CN" altLang="en-US" sz="700" dirty="0">
                    <a:solidFill>
                      <a:schemeClr val="tx1"/>
                    </a:solidFill>
                  </a:rPr>
                  <a:t>→</a:t>
                </a:r>
                <a:r>
                  <a:rPr lang="en-US" altLang="zh-CN" sz="700" dirty="0">
                    <a:solidFill>
                      <a:schemeClr val="tx1"/>
                    </a:solidFill>
                  </a:rPr>
                  <a:t>FP1</a:t>
                </a:r>
                <a:r>
                  <a:rPr lang="zh-CN" altLang="en-US" sz="700" dirty="0">
                    <a:solidFill>
                      <a:schemeClr val="tx1"/>
                    </a:solidFill>
                  </a:rPr>
                  <a:t>→</a:t>
                </a:r>
                <a:r>
                  <a:rPr lang="en-US" altLang="zh-CN" sz="700" dirty="0">
                    <a:solidFill>
                      <a:schemeClr val="tx1"/>
                    </a:solidFill>
                  </a:rPr>
                  <a:t>PBN1</a:t>
                </a:r>
                <a:endParaRPr lang="zh-CN" altLang="en-US" sz="7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23" name="直接箭头连接符 522">
                <a:extLst>
                  <a:ext uri="{FF2B5EF4-FFF2-40B4-BE49-F238E27FC236}">
                    <a16:creationId xmlns:a16="http://schemas.microsoft.com/office/drawing/2014/main" id="{836D9F9A-D8C0-9DD9-6C47-55BFBB2775CF}"/>
                  </a:ext>
                </a:extLst>
              </p:cNvPr>
              <p:cNvCxnSpPr>
                <a:cxnSpLocks/>
                <a:stCxn id="518" idx="3"/>
                <a:endCxn id="520" idx="1"/>
              </p:cNvCxnSpPr>
              <p:nvPr/>
            </p:nvCxnSpPr>
            <p:spPr>
              <a:xfrm>
                <a:off x="5329961" y="767946"/>
                <a:ext cx="204657" cy="102437"/>
              </a:xfrm>
              <a:prstGeom prst="straightConnector1">
                <a:avLst/>
              </a:prstGeom>
              <a:ln w="635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4" name="直接箭头连接符 523">
                <a:extLst>
                  <a:ext uri="{FF2B5EF4-FFF2-40B4-BE49-F238E27FC236}">
                    <a16:creationId xmlns:a16="http://schemas.microsoft.com/office/drawing/2014/main" id="{1E4B1AF0-FC98-4EE2-ED68-60EC8D4A7868}"/>
                  </a:ext>
                </a:extLst>
              </p:cNvPr>
              <p:cNvCxnSpPr>
                <a:cxnSpLocks/>
                <a:stCxn id="518" idx="3"/>
                <a:endCxn id="519" idx="1"/>
              </p:cNvCxnSpPr>
              <p:nvPr/>
            </p:nvCxnSpPr>
            <p:spPr>
              <a:xfrm flipV="1">
                <a:off x="5329961" y="667616"/>
                <a:ext cx="204657" cy="100330"/>
              </a:xfrm>
              <a:prstGeom prst="straightConnector1">
                <a:avLst/>
              </a:prstGeom>
              <a:ln w="635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5" name="矩形 524">
                <a:extLst>
                  <a:ext uri="{FF2B5EF4-FFF2-40B4-BE49-F238E27FC236}">
                    <a16:creationId xmlns:a16="http://schemas.microsoft.com/office/drawing/2014/main" id="{1CB1653D-8FBF-EE80-CA78-5B14D7CBC897}"/>
                  </a:ext>
                </a:extLst>
              </p:cNvPr>
              <p:cNvSpPr/>
              <p:nvPr/>
            </p:nvSpPr>
            <p:spPr>
              <a:xfrm>
                <a:off x="5454534" y="1101832"/>
                <a:ext cx="885855" cy="461421"/>
              </a:xfrm>
              <a:prstGeom prst="rect">
                <a:avLst/>
              </a:prstGeom>
              <a:solidFill>
                <a:schemeClr val="bg1"/>
              </a:solidFill>
              <a:ln w="6350"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6" name="矩形 525">
                <a:extLst>
                  <a:ext uri="{FF2B5EF4-FFF2-40B4-BE49-F238E27FC236}">
                    <a16:creationId xmlns:a16="http://schemas.microsoft.com/office/drawing/2014/main" id="{63B12FF5-CFF3-AD94-B4D3-594DC18278CD}"/>
                  </a:ext>
                </a:extLst>
              </p:cNvPr>
              <p:cNvSpPr/>
              <p:nvPr/>
            </p:nvSpPr>
            <p:spPr>
              <a:xfrm>
                <a:off x="5074767" y="1234736"/>
                <a:ext cx="255194" cy="204874"/>
              </a:xfrm>
              <a:prstGeom prst="rect">
                <a:avLst/>
              </a:prstGeom>
              <a:solidFill>
                <a:srgbClr val="D9D9D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700" dirty="0">
                    <a:solidFill>
                      <a:schemeClr val="tx1"/>
                    </a:solidFill>
                  </a:rPr>
                  <a:t>inode</a:t>
                </a:r>
                <a:endParaRPr lang="zh-CN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7" name="矩形 526">
                <a:extLst>
                  <a:ext uri="{FF2B5EF4-FFF2-40B4-BE49-F238E27FC236}">
                    <a16:creationId xmlns:a16="http://schemas.microsoft.com/office/drawing/2014/main" id="{FA64EA9D-DC21-400C-88E5-1077AB2DEA9F}"/>
                  </a:ext>
                </a:extLst>
              </p:cNvPr>
              <p:cNvSpPr/>
              <p:nvPr/>
            </p:nvSpPr>
            <p:spPr>
              <a:xfrm>
                <a:off x="5534618" y="1170008"/>
                <a:ext cx="762042" cy="14478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D9D9D9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700">
                    <a:solidFill>
                      <a:schemeClr val="tx1"/>
                    </a:solidFill>
                  </a:rPr>
                  <a:t>LBN1</a:t>
                </a:r>
                <a:r>
                  <a:rPr lang="zh-CN" altLang="en-US" sz="700">
                    <a:solidFill>
                      <a:schemeClr val="tx1"/>
                    </a:solidFill>
                  </a:rPr>
                  <a:t>→</a:t>
                </a:r>
                <a:r>
                  <a:rPr lang="en-US" altLang="zh-CN" sz="700">
                    <a:solidFill>
                      <a:schemeClr val="tx1"/>
                    </a:solidFill>
                  </a:rPr>
                  <a:t>FP2</a:t>
                </a:r>
                <a:r>
                  <a:rPr lang="zh-CN" altLang="en-US" sz="700">
                    <a:solidFill>
                      <a:schemeClr val="tx1"/>
                    </a:solidFill>
                  </a:rPr>
                  <a:t>→</a:t>
                </a:r>
                <a:r>
                  <a:rPr lang="en-US" altLang="zh-CN" sz="700" dirty="0">
                    <a:solidFill>
                      <a:schemeClr val="tx1"/>
                    </a:solidFill>
                  </a:rPr>
                  <a:t>PBN2</a:t>
                </a:r>
                <a:endParaRPr lang="zh-CN" altLang="en-US" sz="7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8" name="矩形 527">
                <a:extLst>
                  <a:ext uri="{FF2B5EF4-FFF2-40B4-BE49-F238E27FC236}">
                    <a16:creationId xmlns:a16="http://schemas.microsoft.com/office/drawing/2014/main" id="{7F5A86F6-6E0B-BCC0-8103-AF076CFEB0F4}"/>
                  </a:ext>
                </a:extLst>
              </p:cNvPr>
              <p:cNvSpPr/>
              <p:nvPr/>
            </p:nvSpPr>
            <p:spPr>
              <a:xfrm>
                <a:off x="5534618" y="1372775"/>
                <a:ext cx="762042" cy="14478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D9D9D9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700" dirty="0">
                    <a:solidFill>
                      <a:schemeClr val="tx1"/>
                    </a:solidFill>
                  </a:rPr>
                  <a:t>LBN2</a:t>
                </a:r>
                <a:r>
                  <a:rPr lang="zh-CN" altLang="en-US" sz="700" dirty="0">
                    <a:solidFill>
                      <a:schemeClr val="tx1"/>
                    </a:solidFill>
                  </a:rPr>
                  <a:t>→</a:t>
                </a:r>
                <a:r>
                  <a:rPr lang="en-US" altLang="zh-CN" sz="700" dirty="0">
                    <a:solidFill>
                      <a:schemeClr val="tx1"/>
                    </a:solidFill>
                  </a:rPr>
                  <a:t>FP3</a:t>
                </a:r>
                <a:r>
                  <a:rPr lang="zh-CN" altLang="en-US" sz="700" dirty="0">
                    <a:solidFill>
                      <a:schemeClr val="tx1"/>
                    </a:solidFill>
                  </a:rPr>
                  <a:t>→</a:t>
                </a:r>
                <a:r>
                  <a:rPr lang="en-US" altLang="zh-CN" sz="700" dirty="0">
                    <a:solidFill>
                      <a:schemeClr val="tx1"/>
                    </a:solidFill>
                  </a:rPr>
                  <a:t>PBN3</a:t>
                </a:r>
                <a:endParaRPr lang="zh-CN" altLang="en-US" sz="7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31" name="直接箭头连接符 530">
                <a:extLst>
                  <a:ext uri="{FF2B5EF4-FFF2-40B4-BE49-F238E27FC236}">
                    <a16:creationId xmlns:a16="http://schemas.microsoft.com/office/drawing/2014/main" id="{71048042-9060-B4CE-FF96-031917C3F9EC}"/>
                  </a:ext>
                </a:extLst>
              </p:cNvPr>
              <p:cNvCxnSpPr>
                <a:cxnSpLocks/>
                <a:stCxn id="526" idx="3"/>
                <a:endCxn id="528" idx="1"/>
              </p:cNvCxnSpPr>
              <p:nvPr/>
            </p:nvCxnSpPr>
            <p:spPr>
              <a:xfrm>
                <a:off x="5329961" y="1337173"/>
                <a:ext cx="204657" cy="107992"/>
              </a:xfrm>
              <a:prstGeom prst="straightConnector1">
                <a:avLst/>
              </a:prstGeom>
              <a:ln w="635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2" name="直接箭头连接符 531">
                <a:extLst>
                  <a:ext uri="{FF2B5EF4-FFF2-40B4-BE49-F238E27FC236}">
                    <a16:creationId xmlns:a16="http://schemas.microsoft.com/office/drawing/2014/main" id="{E41B3852-0138-4D84-E66D-3DAE7B530E8A}"/>
                  </a:ext>
                </a:extLst>
              </p:cNvPr>
              <p:cNvCxnSpPr>
                <a:cxnSpLocks/>
                <a:stCxn id="526" idx="3"/>
                <a:endCxn id="527" idx="1"/>
              </p:cNvCxnSpPr>
              <p:nvPr/>
            </p:nvCxnSpPr>
            <p:spPr>
              <a:xfrm flipV="1">
                <a:off x="5329961" y="1242398"/>
                <a:ext cx="204657" cy="94775"/>
              </a:xfrm>
              <a:prstGeom prst="straightConnector1">
                <a:avLst/>
              </a:prstGeom>
              <a:ln w="6350">
                <a:tailEnd type="triangl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33" name="矩形 532">
                <a:extLst>
                  <a:ext uri="{FF2B5EF4-FFF2-40B4-BE49-F238E27FC236}">
                    <a16:creationId xmlns:a16="http://schemas.microsoft.com/office/drawing/2014/main" id="{03AD52E4-A66D-E1EF-6E6E-C9FB023357CD}"/>
                  </a:ext>
                </a:extLst>
              </p:cNvPr>
              <p:cNvSpPr/>
              <p:nvPr/>
            </p:nvSpPr>
            <p:spPr>
              <a:xfrm>
                <a:off x="5377876" y="363637"/>
                <a:ext cx="1039169" cy="136602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800" dirty="0">
                    <a:solidFill>
                      <a:srgbClr val="C00000"/>
                    </a:solidFill>
                  </a:rPr>
                  <a:t>FDM Entry </a:t>
                </a:r>
                <a:r>
                  <a:rPr lang="zh-CN" altLang="en-US" sz="800" dirty="0">
                    <a:solidFill>
                      <a:srgbClr val="C00000"/>
                    </a:solidFill>
                  </a:rPr>
                  <a:t>≈ </a:t>
                </a:r>
                <a:r>
                  <a:rPr lang="en-US" altLang="zh-CN" sz="800" dirty="0">
                    <a:solidFill>
                      <a:srgbClr val="C00000"/>
                    </a:solidFill>
                  </a:rPr>
                  <a:t>FP2P + L2P</a:t>
                </a:r>
                <a:endParaRPr lang="zh-CN" altLang="en-US" sz="800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534" name="文本框 533">
              <a:extLst>
                <a:ext uri="{FF2B5EF4-FFF2-40B4-BE49-F238E27FC236}">
                  <a16:creationId xmlns:a16="http://schemas.microsoft.com/office/drawing/2014/main" id="{36438D36-08E4-326B-508C-853DD51CE3B1}"/>
                </a:ext>
              </a:extLst>
            </p:cNvPr>
            <p:cNvSpPr txBox="1"/>
            <p:nvPr/>
          </p:nvSpPr>
          <p:spPr>
            <a:xfrm>
              <a:off x="5074767" y="1611047"/>
              <a:ext cx="126562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(d) FDM File System (Ours)</a:t>
              </a:r>
              <a:endParaRPr lang="zh-CN" altLang="en-US" sz="800" dirty="0"/>
            </a:p>
          </p:txBody>
        </p:sp>
        <p:sp>
          <p:nvSpPr>
            <p:cNvPr id="20" name="箭头: 上下 19">
              <a:extLst>
                <a:ext uri="{FF2B5EF4-FFF2-40B4-BE49-F238E27FC236}">
                  <a16:creationId xmlns:a16="http://schemas.microsoft.com/office/drawing/2014/main" id="{12DFE3D5-3B8E-59DB-642D-C94F873861D2}"/>
                </a:ext>
              </a:extLst>
            </p:cNvPr>
            <p:cNvSpPr/>
            <p:nvPr/>
          </p:nvSpPr>
          <p:spPr>
            <a:xfrm>
              <a:off x="1476917" y="1320534"/>
              <a:ext cx="86424" cy="187262"/>
            </a:xfrm>
            <a:prstGeom prst="upDownArrow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8683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0129801A-B67C-467E-15F7-BC232B899354}"/>
              </a:ext>
            </a:extLst>
          </p:cNvPr>
          <p:cNvGrpSpPr/>
          <p:nvPr/>
        </p:nvGrpSpPr>
        <p:grpSpPr>
          <a:xfrm>
            <a:off x="1513975" y="939208"/>
            <a:ext cx="2872211" cy="617275"/>
            <a:chOff x="1513975" y="939208"/>
            <a:chExt cx="2872211" cy="617275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5C36139-FCE0-1B84-ABBF-3C1B2FB192B2}"/>
                </a:ext>
              </a:extLst>
            </p:cNvPr>
            <p:cNvGrpSpPr/>
            <p:nvPr/>
          </p:nvGrpSpPr>
          <p:grpSpPr>
            <a:xfrm>
              <a:off x="1513975" y="1076441"/>
              <a:ext cx="2872211" cy="480042"/>
              <a:chOff x="1513975" y="1076441"/>
              <a:chExt cx="2872211" cy="480042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2726A18D-5E25-7633-A596-77B5BBD944FC}"/>
                  </a:ext>
                </a:extLst>
              </p:cNvPr>
              <p:cNvGrpSpPr/>
              <p:nvPr/>
            </p:nvGrpSpPr>
            <p:grpSpPr>
              <a:xfrm>
                <a:off x="1513975" y="1076441"/>
                <a:ext cx="1390195" cy="480042"/>
                <a:chOff x="1513975" y="1056441"/>
                <a:chExt cx="1390195" cy="480042"/>
              </a:xfrm>
            </p:grpSpPr>
            <p:sp>
              <p:nvSpPr>
                <p:cNvPr id="517" name="矩形 516">
                  <a:extLst>
                    <a:ext uri="{FF2B5EF4-FFF2-40B4-BE49-F238E27FC236}">
                      <a16:creationId xmlns:a16="http://schemas.microsoft.com/office/drawing/2014/main" id="{B7BE02F4-09C2-159A-AADB-BDDD2CEC0059}"/>
                    </a:ext>
                  </a:extLst>
                </p:cNvPr>
                <p:cNvSpPr/>
                <p:nvPr/>
              </p:nvSpPr>
              <p:spPr>
                <a:xfrm>
                  <a:off x="2018315" y="1056441"/>
                  <a:ext cx="885855" cy="480042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8" name="矩形 517">
                  <a:extLst>
                    <a:ext uri="{FF2B5EF4-FFF2-40B4-BE49-F238E27FC236}">
                      <a16:creationId xmlns:a16="http://schemas.microsoft.com/office/drawing/2014/main" id="{8DFE8196-8F04-24E6-6A25-DE815A7479C8}"/>
                    </a:ext>
                  </a:extLst>
                </p:cNvPr>
                <p:cNvSpPr/>
                <p:nvPr/>
              </p:nvSpPr>
              <p:spPr>
                <a:xfrm>
                  <a:off x="1513975" y="1194899"/>
                  <a:ext cx="379767" cy="204874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File 1</a:t>
                  </a:r>
                </a:p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(inode 1)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9" name="矩形 518">
                  <a:extLst>
                    <a:ext uri="{FF2B5EF4-FFF2-40B4-BE49-F238E27FC236}">
                      <a16:creationId xmlns:a16="http://schemas.microsoft.com/office/drawing/2014/main" id="{981C53A5-966A-74BC-1020-82A9DBFAACAD}"/>
                    </a:ext>
                  </a:extLst>
                </p:cNvPr>
                <p:cNvSpPr/>
                <p:nvPr/>
              </p:nvSpPr>
              <p:spPr>
                <a:xfrm>
                  <a:off x="2098399" y="1124616"/>
                  <a:ext cx="762042" cy="144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LBN1</a:t>
                  </a:r>
                  <a:r>
                    <a:rPr lang="zh-CN" altLang="en-US" sz="700" dirty="0">
                      <a:solidFill>
                        <a:schemeClr val="tx1"/>
                      </a:solidFill>
                    </a:rPr>
                    <a:t>→</a:t>
                  </a:r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FP1</a:t>
                  </a:r>
                  <a:r>
                    <a:rPr lang="zh-CN" altLang="en-US" sz="700" dirty="0">
                      <a:solidFill>
                        <a:schemeClr val="tx1"/>
                      </a:solidFill>
                    </a:rPr>
                    <a:t>→</a:t>
                  </a:r>
                  <a:r>
                    <a:rPr lang="en-US" altLang="zh-CN" sz="700" dirty="0">
                      <a:solidFill>
                        <a:schemeClr val="tx1"/>
                      </a:solidFill>
                    </a:rPr>
                    <a:t>PBN1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0" name="矩形 519">
                  <a:extLst>
                    <a:ext uri="{FF2B5EF4-FFF2-40B4-BE49-F238E27FC236}">
                      <a16:creationId xmlns:a16="http://schemas.microsoft.com/office/drawing/2014/main" id="{0347D7BE-2EB3-A545-68F3-6732B5E50798}"/>
                    </a:ext>
                  </a:extLst>
                </p:cNvPr>
                <p:cNvSpPr/>
                <p:nvPr/>
              </p:nvSpPr>
              <p:spPr>
                <a:xfrm>
                  <a:off x="2098399" y="1327383"/>
                  <a:ext cx="762042" cy="144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LBN2</a:t>
                  </a:r>
                  <a:r>
                    <a:rPr lang="zh-CN" altLang="en-US" sz="700" dirty="0">
                      <a:solidFill>
                        <a:schemeClr val="tx1"/>
                      </a:solidFill>
                    </a:rPr>
                    <a:t>→</a:t>
                  </a:r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FP1</a:t>
                  </a:r>
                  <a:r>
                    <a:rPr lang="zh-CN" altLang="en-US" sz="700" dirty="0">
                      <a:solidFill>
                        <a:schemeClr val="tx1"/>
                      </a:solidFill>
                    </a:rPr>
                    <a:t>→</a:t>
                  </a:r>
                  <a:r>
                    <a:rPr lang="en-US" altLang="zh-CN" sz="700" dirty="0">
                      <a:solidFill>
                        <a:schemeClr val="tx1"/>
                      </a:solidFill>
                    </a:rPr>
                    <a:t>PBN1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23" name="直接箭头连接符 522">
                  <a:extLst>
                    <a:ext uri="{FF2B5EF4-FFF2-40B4-BE49-F238E27FC236}">
                      <a16:creationId xmlns:a16="http://schemas.microsoft.com/office/drawing/2014/main" id="{836D9F9A-D8C0-9DD9-6C47-55BFBB2775CF}"/>
                    </a:ext>
                  </a:extLst>
                </p:cNvPr>
                <p:cNvCxnSpPr>
                  <a:cxnSpLocks/>
                  <a:stCxn id="518" idx="3"/>
                  <a:endCxn id="520" idx="1"/>
                </p:cNvCxnSpPr>
                <p:nvPr/>
              </p:nvCxnSpPr>
              <p:spPr>
                <a:xfrm>
                  <a:off x="1893742" y="1297336"/>
                  <a:ext cx="204657" cy="102437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直接箭头连接符 523">
                  <a:extLst>
                    <a:ext uri="{FF2B5EF4-FFF2-40B4-BE49-F238E27FC236}">
                      <a16:creationId xmlns:a16="http://schemas.microsoft.com/office/drawing/2014/main" id="{1E4B1AF0-FC98-4EE2-ED68-60EC8D4A7868}"/>
                    </a:ext>
                  </a:extLst>
                </p:cNvPr>
                <p:cNvCxnSpPr>
                  <a:cxnSpLocks/>
                  <a:stCxn id="518" idx="3"/>
                  <a:endCxn id="519" idx="1"/>
                </p:cNvCxnSpPr>
                <p:nvPr/>
              </p:nvCxnSpPr>
              <p:spPr>
                <a:xfrm flipV="1">
                  <a:off x="1893742" y="1197006"/>
                  <a:ext cx="204657" cy="100330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" name="组合 1">
                <a:extLst>
                  <a:ext uri="{FF2B5EF4-FFF2-40B4-BE49-F238E27FC236}">
                    <a16:creationId xmlns:a16="http://schemas.microsoft.com/office/drawing/2014/main" id="{33B2F124-E329-131F-D0BA-75D05F5F6EF4}"/>
                  </a:ext>
                </a:extLst>
              </p:cNvPr>
              <p:cNvGrpSpPr/>
              <p:nvPr/>
            </p:nvGrpSpPr>
            <p:grpSpPr>
              <a:xfrm>
                <a:off x="3009486" y="1085752"/>
                <a:ext cx="1376700" cy="461421"/>
                <a:chOff x="1527470" y="1631222"/>
                <a:chExt cx="1376700" cy="461421"/>
              </a:xfrm>
            </p:grpSpPr>
            <p:sp>
              <p:nvSpPr>
                <p:cNvPr id="525" name="矩形 524">
                  <a:extLst>
                    <a:ext uri="{FF2B5EF4-FFF2-40B4-BE49-F238E27FC236}">
                      <a16:creationId xmlns:a16="http://schemas.microsoft.com/office/drawing/2014/main" id="{1CB1653D-8FBF-EE80-CA78-5B14D7CBC897}"/>
                    </a:ext>
                  </a:extLst>
                </p:cNvPr>
                <p:cNvSpPr/>
                <p:nvPr/>
              </p:nvSpPr>
              <p:spPr>
                <a:xfrm>
                  <a:off x="2018315" y="1631222"/>
                  <a:ext cx="885855" cy="461421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zh-CN" altLang="en-US" sz="7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6" name="矩形 525">
                  <a:extLst>
                    <a:ext uri="{FF2B5EF4-FFF2-40B4-BE49-F238E27FC236}">
                      <a16:creationId xmlns:a16="http://schemas.microsoft.com/office/drawing/2014/main" id="{63B12FF5-CFF3-AD94-B4D3-594DC18278CD}"/>
                    </a:ext>
                  </a:extLst>
                </p:cNvPr>
                <p:cNvSpPr/>
                <p:nvPr/>
              </p:nvSpPr>
              <p:spPr>
                <a:xfrm>
                  <a:off x="1527470" y="1764126"/>
                  <a:ext cx="381600" cy="204874"/>
                </a:xfrm>
                <a:prstGeom prst="rect">
                  <a:avLst/>
                </a:prstGeom>
                <a:solidFill>
                  <a:srgbClr val="D9D9D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File 2</a:t>
                  </a:r>
                </a:p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(inode 2)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7" name="矩形 526">
                  <a:extLst>
                    <a:ext uri="{FF2B5EF4-FFF2-40B4-BE49-F238E27FC236}">
                      <a16:creationId xmlns:a16="http://schemas.microsoft.com/office/drawing/2014/main" id="{FA64EA9D-DC21-400C-88E5-1077AB2DEA9F}"/>
                    </a:ext>
                  </a:extLst>
                </p:cNvPr>
                <p:cNvSpPr/>
                <p:nvPr/>
              </p:nvSpPr>
              <p:spPr>
                <a:xfrm>
                  <a:off x="2098399" y="1699398"/>
                  <a:ext cx="762042" cy="144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LBN1</a:t>
                  </a:r>
                  <a:r>
                    <a:rPr lang="zh-CN" altLang="en-US" sz="700" dirty="0">
                      <a:solidFill>
                        <a:schemeClr val="tx1"/>
                      </a:solidFill>
                    </a:rPr>
                    <a:t>→</a:t>
                  </a:r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FP2</a:t>
                  </a:r>
                  <a:r>
                    <a:rPr lang="zh-CN" altLang="en-US" sz="700" dirty="0">
                      <a:solidFill>
                        <a:schemeClr val="tx1"/>
                      </a:solidFill>
                    </a:rPr>
                    <a:t>→</a:t>
                  </a:r>
                  <a:r>
                    <a:rPr lang="en-US" altLang="zh-CN" sz="700" dirty="0">
                      <a:solidFill>
                        <a:schemeClr val="tx1"/>
                      </a:solidFill>
                    </a:rPr>
                    <a:t>PBN2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8" name="矩形 527">
                  <a:extLst>
                    <a:ext uri="{FF2B5EF4-FFF2-40B4-BE49-F238E27FC236}">
                      <a16:creationId xmlns:a16="http://schemas.microsoft.com/office/drawing/2014/main" id="{7F5A86F6-6E0B-BCC0-8103-AF076CFEB0F4}"/>
                    </a:ext>
                  </a:extLst>
                </p:cNvPr>
                <p:cNvSpPr/>
                <p:nvPr/>
              </p:nvSpPr>
              <p:spPr>
                <a:xfrm>
                  <a:off x="2098399" y="1902165"/>
                  <a:ext cx="762042" cy="14478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D9D9D9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zh-CN" sz="700" dirty="0">
                      <a:solidFill>
                        <a:schemeClr val="tx1"/>
                      </a:solidFill>
                    </a:rPr>
                    <a:t>LBN2</a:t>
                  </a:r>
                  <a:r>
                    <a:rPr lang="zh-CN" altLang="en-US" sz="700" dirty="0">
                      <a:solidFill>
                        <a:schemeClr val="tx1"/>
                      </a:solidFill>
                    </a:rPr>
                    <a:t>→</a:t>
                  </a:r>
                  <a:r>
                    <a:rPr lang="en-US" altLang="zh-CN" sz="700" dirty="0">
                      <a:solidFill>
                        <a:schemeClr val="tx1"/>
                      </a:solidFill>
                    </a:rPr>
                    <a:t>FP3</a:t>
                  </a:r>
                  <a:r>
                    <a:rPr lang="zh-CN" altLang="en-US" sz="700" dirty="0">
                      <a:solidFill>
                        <a:schemeClr val="tx1"/>
                      </a:solidFill>
                    </a:rPr>
                    <a:t>→</a:t>
                  </a:r>
                  <a:r>
                    <a:rPr lang="en-US" altLang="zh-CN" sz="700" dirty="0">
                      <a:solidFill>
                        <a:schemeClr val="tx1"/>
                      </a:solidFill>
                    </a:rPr>
                    <a:t>PBN3</a:t>
                  </a:r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31" name="直接箭头连接符 530">
                  <a:extLst>
                    <a:ext uri="{FF2B5EF4-FFF2-40B4-BE49-F238E27FC236}">
                      <a16:creationId xmlns:a16="http://schemas.microsoft.com/office/drawing/2014/main" id="{71048042-9060-B4CE-FF96-031917C3F9EC}"/>
                    </a:ext>
                  </a:extLst>
                </p:cNvPr>
                <p:cNvCxnSpPr>
                  <a:cxnSpLocks/>
                  <a:stCxn id="526" idx="3"/>
                  <a:endCxn id="528" idx="1"/>
                </p:cNvCxnSpPr>
                <p:nvPr/>
              </p:nvCxnSpPr>
              <p:spPr>
                <a:xfrm>
                  <a:off x="1909070" y="1866563"/>
                  <a:ext cx="189329" cy="107992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2" name="直接箭头连接符 531">
                  <a:extLst>
                    <a:ext uri="{FF2B5EF4-FFF2-40B4-BE49-F238E27FC236}">
                      <a16:creationId xmlns:a16="http://schemas.microsoft.com/office/drawing/2014/main" id="{E41B3852-0138-4D84-E66D-3DAE7B530E8A}"/>
                    </a:ext>
                  </a:extLst>
                </p:cNvPr>
                <p:cNvCxnSpPr>
                  <a:cxnSpLocks/>
                  <a:stCxn id="526" idx="3"/>
                  <a:endCxn id="527" idx="1"/>
                </p:cNvCxnSpPr>
                <p:nvPr/>
              </p:nvCxnSpPr>
              <p:spPr>
                <a:xfrm flipV="1">
                  <a:off x="1909070" y="1771788"/>
                  <a:ext cx="189329" cy="94775"/>
                </a:xfrm>
                <a:prstGeom prst="straightConnector1">
                  <a:avLst/>
                </a:prstGeom>
                <a:ln w="6350">
                  <a:tailEnd type="triangle" w="sm" len="sm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0F6CD65-9957-FE77-0F18-861E62542CCD}"/>
                </a:ext>
              </a:extLst>
            </p:cNvPr>
            <p:cNvSpPr/>
            <p:nvPr/>
          </p:nvSpPr>
          <p:spPr>
            <a:xfrm>
              <a:off x="3500331" y="939208"/>
              <a:ext cx="885855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rgbClr val="C00000"/>
                  </a:solidFill>
                </a:rPr>
                <a:t>LFP </a:t>
              </a:r>
              <a:r>
                <a:rPr lang="zh-CN" altLang="en-US" sz="800" dirty="0">
                  <a:solidFill>
                    <a:srgbClr val="C00000"/>
                  </a:solidFill>
                </a:rPr>
                <a:t>≈ </a:t>
              </a:r>
              <a:r>
                <a:rPr lang="en-US" altLang="zh-CN" sz="800" dirty="0">
                  <a:solidFill>
                    <a:srgbClr val="C00000"/>
                  </a:solidFill>
                </a:rPr>
                <a:t>FP2P + L2P</a:t>
              </a:r>
              <a:endParaRPr lang="zh-CN" altLang="en-US" sz="800" dirty="0">
                <a:solidFill>
                  <a:srgbClr val="C00000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8EAF537-573B-6B2D-5674-3971F1401011}"/>
                </a:ext>
              </a:extLst>
            </p:cNvPr>
            <p:cNvSpPr/>
            <p:nvPr/>
          </p:nvSpPr>
          <p:spPr>
            <a:xfrm>
              <a:off x="2018315" y="939208"/>
              <a:ext cx="885855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rgbClr val="C00000"/>
                  </a:solidFill>
                </a:rPr>
                <a:t>LFP </a:t>
              </a:r>
              <a:r>
                <a:rPr lang="zh-CN" altLang="en-US" sz="800" dirty="0">
                  <a:solidFill>
                    <a:srgbClr val="C00000"/>
                  </a:solidFill>
                </a:rPr>
                <a:t>≈ </a:t>
              </a:r>
              <a:r>
                <a:rPr lang="en-US" altLang="zh-CN" sz="800" dirty="0">
                  <a:solidFill>
                    <a:srgbClr val="C00000"/>
                  </a:solidFill>
                </a:rPr>
                <a:t>FP2P + L2P</a:t>
              </a:r>
              <a:endParaRPr lang="zh-CN" altLang="en-US" sz="80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6459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487B5C95-58D5-6743-83E0-FC15B303C603}"/>
              </a:ext>
            </a:extLst>
          </p:cNvPr>
          <p:cNvGrpSpPr/>
          <p:nvPr/>
        </p:nvGrpSpPr>
        <p:grpSpPr>
          <a:xfrm>
            <a:off x="1378424" y="204804"/>
            <a:ext cx="3603009" cy="1529354"/>
            <a:chOff x="1378424" y="204804"/>
            <a:chExt cx="3603009" cy="1529354"/>
          </a:xfrm>
        </p:grpSpPr>
        <p:sp>
          <p:nvSpPr>
            <p:cNvPr id="382" name="矩形 381">
              <a:extLst>
                <a:ext uri="{FF2B5EF4-FFF2-40B4-BE49-F238E27FC236}">
                  <a16:creationId xmlns:a16="http://schemas.microsoft.com/office/drawing/2014/main" id="{A7957FDF-79F7-C0F9-E179-E72E23876209}"/>
                </a:ext>
              </a:extLst>
            </p:cNvPr>
            <p:cNvSpPr/>
            <p:nvPr/>
          </p:nvSpPr>
          <p:spPr>
            <a:xfrm>
              <a:off x="2463390" y="662508"/>
              <a:ext cx="603297" cy="676135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0A9F3143-D184-4825-F9FC-B26084A476F0}"/>
                </a:ext>
              </a:extLst>
            </p:cNvPr>
            <p:cNvSpPr/>
            <p:nvPr/>
          </p:nvSpPr>
          <p:spPr>
            <a:xfrm>
              <a:off x="1755718" y="527051"/>
              <a:ext cx="609035" cy="865651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00398726-DBBC-6FBC-2EA5-D536A3F72E7A}"/>
                </a:ext>
              </a:extLst>
            </p:cNvPr>
            <p:cNvSpPr/>
            <p:nvPr/>
          </p:nvSpPr>
          <p:spPr>
            <a:xfrm>
              <a:off x="1394504" y="522974"/>
              <a:ext cx="255194" cy="86565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Logical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Space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957F32B6-F77C-3990-A450-74EE758A1422}"/>
                </a:ext>
              </a:extLst>
            </p:cNvPr>
            <p:cNvSpPr/>
            <p:nvPr/>
          </p:nvSpPr>
          <p:spPr>
            <a:xfrm>
              <a:off x="1813895" y="595226"/>
              <a:ext cx="510997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vPBN1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913AE1D1-6CA4-719C-54F1-9C489E6756F0}"/>
                </a:ext>
              </a:extLst>
            </p:cNvPr>
            <p:cNvSpPr/>
            <p:nvPr/>
          </p:nvSpPr>
          <p:spPr>
            <a:xfrm>
              <a:off x="1813895" y="792045"/>
              <a:ext cx="510997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vPBN1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2ACE27C0-07D6-168A-E0E4-31B704612363}"/>
                </a:ext>
              </a:extLst>
            </p:cNvPr>
            <p:cNvSpPr/>
            <p:nvPr/>
          </p:nvSpPr>
          <p:spPr>
            <a:xfrm>
              <a:off x="1813895" y="988864"/>
              <a:ext cx="510997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LBN3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vPBN2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64B3070E-BB3A-18A2-F423-50AB0ED9C876}"/>
                </a:ext>
              </a:extLst>
            </p:cNvPr>
            <p:cNvCxnSpPr>
              <a:cxnSpLocks/>
              <a:stCxn id="81" idx="3"/>
              <a:endCxn id="87" idx="1"/>
            </p:cNvCxnSpPr>
            <p:nvPr/>
          </p:nvCxnSpPr>
          <p:spPr>
            <a:xfrm>
              <a:off x="1649698" y="955800"/>
              <a:ext cx="164197" cy="105454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BE8168C2-12C5-AC6E-A3F7-21A2646EB7C1}"/>
                </a:ext>
              </a:extLst>
            </p:cNvPr>
            <p:cNvCxnSpPr>
              <a:cxnSpLocks/>
              <a:stCxn id="81" idx="3"/>
              <a:endCxn id="86" idx="1"/>
            </p:cNvCxnSpPr>
            <p:nvPr/>
          </p:nvCxnSpPr>
          <p:spPr>
            <a:xfrm flipV="1">
              <a:off x="1649698" y="864435"/>
              <a:ext cx="164197" cy="91365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26BD0300-DE60-555A-8F89-B6338E5733D9}"/>
                </a:ext>
              </a:extLst>
            </p:cNvPr>
            <p:cNvCxnSpPr>
              <a:cxnSpLocks/>
              <a:stCxn id="81" idx="3"/>
              <a:endCxn id="82" idx="1"/>
            </p:cNvCxnSpPr>
            <p:nvPr/>
          </p:nvCxnSpPr>
          <p:spPr>
            <a:xfrm flipV="1">
              <a:off x="1649698" y="667616"/>
              <a:ext cx="164197" cy="288184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82B5AFA7-283C-3855-D389-C8227ECC3335}"/>
                </a:ext>
              </a:extLst>
            </p:cNvPr>
            <p:cNvSpPr/>
            <p:nvPr/>
          </p:nvSpPr>
          <p:spPr>
            <a:xfrm>
              <a:off x="1813895" y="1185684"/>
              <a:ext cx="510997" cy="1447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LBN4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vPBN2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C01B642A-22FB-7DAA-ACED-59BFFDDB9B26}"/>
                </a:ext>
              </a:extLst>
            </p:cNvPr>
            <p:cNvCxnSpPr>
              <a:cxnSpLocks/>
              <a:stCxn id="81" idx="3"/>
              <a:endCxn id="99" idx="1"/>
            </p:cNvCxnSpPr>
            <p:nvPr/>
          </p:nvCxnSpPr>
          <p:spPr>
            <a:xfrm>
              <a:off x="1649698" y="955800"/>
              <a:ext cx="164197" cy="302274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1892B963-D2A5-6660-6EE2-E8D7DB5E9A1E}"/>
                </a:ext>
              </a:extLst>
            </p:cNvPr>
            <p:cNvSpPr/>
            <p:nvPr/>
          </p:nvSpPr>
          <p:spPr>
            <a:xfrm>
              <a:off x="2533618" y="729568"/>
              <a:ext cx="459031" cy="2389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vPBN1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384" name="矩形 383">
              <a:extLst>
                <a:ext uri="{FF2B5EF4-FFF2-40B4-BE49-F238E27FC236}">
                  <a16:creationId xmlns:a16="http://schemas.microsoft.com/office/drawing/2014/main" id="{E12B92BB-81C0-F4D9-5EB5-4F2A498B5F6B}"/>
                </a:ext>
              </a:extLst>
            </p:cNvPr>
            <p:cNvSpPr/>
            <p:nvPr/>
          </p:nvSpPr>
          <p:spPr>
            <a:xfrm>
              <a:off x="1813895" y="363637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</a:rPr>
                <a:t>L2P Entry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387" name="矩形 386">
              <a:extLst>
                <a:ext uri="{FF2B5EF4-FFF2-40B4-BE49-F238E27FC236}">
                  <a16:creationId xmlns:a16="http://schemas.microsoft.com/office/drawing/2014/main" id="{6C157B11-C251-9FF0-1880-BA61F7DF625F}"/>
                </a:ext>
              </a:extLst>
            </p:cNvPr>
            <p:cNvSpPr/>
            <p:nvPr/>
          </p:nvSpPr>
          <p:spPr>
            <a:xfrm>
              <a:off x="2512941" y="505252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</a:rPr>
                <a:t>FP2P Entry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545" name="矩形 544">
              <a:extLst>
                <a:ext uri="{FF2B5EF4-FFF2-40B4-BE49-F238E27FC236}">
                  <a16:creationId xmlns:a16="http://schemas.microsoft.com/office/drawing/2014/main" id="{ECDC462E-13F0-E768-EDCC-3615C8D289C2}"/>
                </a:ext>
              </a:extLst>
            </p:cNvPr>
            <p:cNvSpPr/>
            <p:nvPr/>
          </p:nvSpPr>
          <p:spPr>
            <a:xfrm>
              <a:off x="1394503" y="1426396"/>
              <a:ext cx="1669895" cy="140132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File System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51" name="箭头: 上下 550">
              <a:extLst>
                <a:ext uri="{FF2B5EF4-FFF2-40B4-BE49-F238E27FC236}">
                  <a16:creationId xmlns:a16="http://schemas.microsoft.com/office/drawing/2014/main" id="{01AD7464-F563-9BFB-0CDF-17B67AC88D83}"/>
                </a:ext>
              </a:extLst>
            </p:cNvPr>
            <p:cNvSpPr/>
            <p:nvPr/>
          </p:nvSpPr>
          <p:spPr>
            <a:xfrm>
              <a:off x="2863865" y="1294837"/>
              <a:ext cx="86424" cy="187262"/>
            </a:xfrm>
            <a:prstGeom prst="upDownArrow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56" name="文本框 555">
              <a:extLst>
                <a:ext uri="{FF2B5EF4-FFF2-40B4-BE49-F238E27FC236}">
                  <a16:creationId xmlns:a16="http://schemas.microsoft.com/office/drawing/2014/main" id="{F02EA08E-B8C1-3A32-649C-E39CDAF769BE}"/>
                </a:ext>
              </a:extLst>
            </p:cNvPr>
            <p:cNvSpPr txBox="1"/>
            <p:nvPr/>
          </p:nvSpPr>
          <p:spPr>
            <a:xfrm>
              <a:off x="1522101" y="1611047"/>
              <a:ext cx="1518678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(a) Stand-alone Dedup</a:t>
              </a:r>
              <a:endParaRPr lang="zh-CN" altLang="en-US" sz="800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74B0AF7D-34A3-BF69-A0AD-3435D0891415}"/>
                </a:ext>
              </a:extLst>
            </p:cNvPr>
            <p:cNvSpPr/>
            <p:nvPr/>
          </p:nvSpPr>
          <p:spPr>
            <a:xfrm>
              <a:off x="2533618" y="1022227"/>
              <a:ext cx="459031" cy="2389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vPBN2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9ED89D5E-CE06-F965-0243-F699D661D485}"/>
                </a:ext>
              </a:extLst>
            </p:cNvPr>
            <p:cNvCxnSpPr>
              <a:cxnSpLocks/>
              <a:stCxn id="82" idx="3"/>
              <a:endCxn id="194" idx="1"/>
            </p:cNvCxnSpPr>
            <p:nvPr/>
          </p:nvCxnSpPr>
          <p:spPr>
            <a:xfrm>
              <a:off x="2324892" y="667616"/>
              <a:ext cx="208726" cy="181410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31837210-38EF-9A98-EE89-EE05A539E1F0}"/>
                </a:ext>
              </a:extLst>
            </p:cNvPr>
            <p:cNvCxnSpPr>
              <a:cxnSpLocks/>
              <a:stCxn id="86" idx="3"/>
              <a:endCxn id="194" idx="1"/>
            </p:cNvCxnSpPr>
            <p:nvPr/>
          </p:nvCxnSpPr>
          <p:spPr>
            <a:xfrm flipV="1">
              <a:off x="2324892" y="849026"/>
              <a:ext cx="208726" cy="15409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601BAC7C-8026-BFF4-D642-913E5FF97828}"/>
                </a:ext>
              </a:extLst>
            </p:cNvPr>
            <p:cNvCxnSpPr>
              <a:cxnSpLocks/>
              <a:stCxn id="87" idx="3"/>
              <a:endCxn id="44" idx="1"/>
            </p:cNvCxnSpPr>
            <p:nvPr/>
          </p:nvCxnSpPr>
          <p:spPr>
            <a:xfrm>
              <a:off x="2324892" y="1061254"/>
              <a:ext cx="208726" cy="80431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5F41395D-56AD-1CF9-2074-B60C64806ED0}"/>
                </a:ext>
              </a:extLst>
            </p:cNvPr>
            <p:cNvCxnSpPr>
              <a:cxnSpLocks/>
              <a:stCxn id="99" idx="3"/>
              <a:endCxn id="44" idx="1"/>
            </p:cNvCxnSpPr>
            <p:nvPr/>
          </p:nvCxnSpPr>
          <p:spPr>
            <a:xfrm flipV="1">
              <a:off x="2324892" y="1141685"/>
              <a:ext cx="208726" cy="116389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9" name="矩形 448">
              <a:extLst>
                <a:ext uri="{FF2B5EF4-FFF2-40B4-BE49-F238E27FC236}">
                  <a16:creationId xmlns:a16="http://schemas.microsoft.com/office/drawing/2014/main" id="{EFFBFE43-CF36-03FA-8FDD-4119C965F992}"/>
                </a:ext>
              </a:extLst>
            </p:cNvPr>
            <p:cNvSpPr/>
            <p:nvPr/>
          </p:nvSpPr>
          <p:spPr>
            <a:xfrm>
              <a:off x="3620105" y="527050"/>
              <a:ext cx="636935" cy="493571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0" name="矩形 449">
              <a:extLst>
                <a:ext uri="{FF2B5EF4-FFF2-40B4-BE49-F238E27FC236}">
                  <a16:creationId xmlns:a16="http://schemas.microsoft.com/office/drawing/2014/main" id="{6397DB7D-2482-E6D8-6F42-47FDF1E93DCF}"/>
                </a:ext>
              </a:extLst>
            </p:cNvPr>
            <p:cNvSpPr/>
            <p:nvPr/>
          </p:nvSpPr>
          <p:spPr>
            <a:xfrm>
              <a:off x="3136915" y="667616"/>
              <a:ext cx="358617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File 1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(inode 1)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51" name="矩形 450">
              <a:extLst>
                <a:ext uri="{FF2B5EF4-FFF2-40B4-BE49-F238E27FC236}">
                  <a16:creationId xmlns:a16="http://schemas.microsoft.com/office/drawing/2014/main" id="{8A768AB6-4208-7154-6648-DB572AE3D62E}"/>
                </a:ext>
              </a:extLst>
            </p:cNvPr>
            <p:cNvSpPr/>
            <p:nvPr/>
          </p:nvSpPr>
          <p:spPr>
            <a:xfrm>
              <a:off x="3700190" y="595226"/>
              <a:ext cx="488722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53" name="矩形 452">
              <a:extLst>
                <a:ext uri="{FF2B5EF4-FFF2-40B4-BE49-F238E27FC236}">
                  <a16:creationId xmlns:a16="http://schemas.microsoft.com/office/drawing/2014/main" id="{67A9B54C-4750-D0BF-CC28-72AA5A777BC6}"/>
                </a:ext>
              </a:extLst>
            </p:cNvPr>
            <p:cNvSpPr/>
            <p:nvPr/>
          </p:nvSpPr>
          <p:spPr>
            <a:xfrm>
              <a:off x="3700190" y="797993"/>
              <a:ext cx="488722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57" name="直接箭头连接符 456">
              <a:extLst>
                <a:ext uri="{FF2B5EF4-FFF2-40B4-BE49-F238E27FC236}">
                  <a16:creationId xmlns:a16="http://schemas.microsoft.com/office/drawing/2014/main" id="{48D0194D-0633-A2CC-B94B-63BF03C2C1FF}"/>
                </a:ext>
              </a:extLst>
            </p:cNvPr>
            <p:cNvCxnSpPr>
              <a:cxnSpLocks/>
              <a:stCxn id="450" idx="3"/>
              <a:endCxn id="453" idx="1"/>
            </p:cNvCxnSpPr>
            <p:nvPr/>
          </p:nvCxnSpPr>
          <p:spPr>
            <a:xfrm>
              <a:off x="3495532" y="770053"/>
              <a:ext cx="204658" cy="100330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8" name="直接箭头连接符 457">
              <a:extLst>
                <a:ext uri="{FF2B5EF4-FFF2-40B4-BE49-F238E27FC236}">
                  <a16:creationId xmlns:a16="http://schemas.microsoft.com/office/drawing/2014/main" id="{DA53F992-CB38-C796-4396-A002EF593B6F}"/>
                </a:ext>
              </a:extLst>
            </p:cNvPr>
            <p:cNvCxnSpPr>
              <a:cxnSpLocks/>
              <a:stCxn id="450" idx="3"/>
              <a:endCxn id="451" idx="1"/>
            </p:cNvCxnSpPr>
            <p:nvPr/>
          </p:nvCxnSpPr>
          <p:spPr>
            <a:xfrm flipV="1">
              <a:off x="3495532" y="667616"/>
              <a:ext cx="204658" cy="102437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0" name="矩形 459">
              <a:extLst>
                <a:ext uri="{FF2B5EF4-FFF2-40B4-BE49-F238E27FC236}">
                  <a16:creationId xmlns:a16="http://schemas.microsoft.com/office/drawing/2014/main" id="{739A426F-AD43-21C2-C609-EB68C4FEF433}"/>
                </a:ext>
              </a:extLst>
            </p:cNvPr>
            <p:cNvSpPr/>
            <p:nvPr/>
          </p:nvSpPr>
          <p:spPr>
            <a:xfrm>
              <a:off x="3620105" y="1107713"/>
              <a:ext cx="636935" cy="461420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矩形 460">
              <a:extLst>
                <a:ext uri="{FF2B5EF4-FFF2-40B4-BE49-F238E27FC236}">
                  <a16:creationId xmlns:a16="http://schemas.microsoft.com/office/drawing/2014/main" id="{E27C4908-AA8F-AAA1-102E-80F6ACA2037E}"/>
                </a:ext>
              </a:extLst>
            </p:cNvPr>
            <p:cNvSpPr/>
            <p:nvPr/>
          </p:nvSpPr>
          <p:spPr>
            <a:xfrm>
              <a:off x="3134626" y="1234712"/>
              <a:ext cx="360906" cy="20487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File 2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(inode 2)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62" name="矩形 461">
              <a:extLst>
                <a:ext uri="{FF2B5EF4-FFF2-40B4-BE49-F238E27FC236}">
                  <a16:creationId xmlns:a16="http://schemas.microsoft.com/office/drawing/2014/main" id="{DA1195E5-5109-098D-AB2C-18E79D258C4B}"/>
                </a:ext>
              </a:extLst>
            </p:cNvPr>
            <p:cNvSpPr/>
            <p:nvPr/>
          </p:nvSpPr>
          <p:spPr>
            <a:xfrm>
              <a:off x="3700190" y="1175888"/>
              <a:ext cx="488722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63" name="矩形 462">
              <a:extLst>
                <a:ext uri="{FF2B5EF4-FFF2-40B4-BE49-F238E27FC236}">
                  <a16:creationId xmlns:a16="http://schemas.microsoft.com/office/drawing/2014/main" id="{5A715FD6-D152-C264-8EBB-A5A0A88B4A14}"/>
                </a:ext>
              </a:extLst>
            </p:cNvPr>
            <p:cNvSpPr/>
            <p:nvPr/>
          </p:nvSpPr>
          <p:spPr>
            <a:xfrm>
              <a:off x="3700190" y="1378655"/>
              <a:ext cx="488722" cy="144780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LBN2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66" name="直接箭头连接符 465">
              <a:extLst>
                <a:ext uri="{FF2B5EF4-FFF2-40B4-BE49-F238E27FC236}">
                  <a16:creationId xmlns:a16="http://schemas.microsoft.com/office/drawing/2014/main" id="{B85EC7DF-6F85-2B43-163B-22C986A4E88A}"/>
                </a:ext>
              </a:extLst>
            </p:cNvPr>
            <p:cNvCxnSpPr>
              <a:cxnSpLocks/>
              <a:stCxn id="461" idx="3"/>
              <a:endCxn id="463" idx="1"/>
            </p:cNvCxnSpPr>
            <p:nvPr/>
          </p:nvCxnSpPr>
          <p:spPr>
            <a:xfrm>
              <a:off x="3495532" y="1337149"/>
              <a:ext cx="204658" cy="113896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7" name="直接箭头连接符 466">
              <a:extLst>
                <a:ext uri="{FF2B5EF4-FFF2-40B4-BE49-F238E27FC236}">
                  <a16:creationId xmlns:a16="http://schemas.microsoft.com/office/drawing/2014/main" id="{4593473C-A33F-659F-40D4-730174BF0AE6}"/>
                </a:ext>
              </a:extLst>
            </p:cNvPr>
            <p:cNvCxnSpPr>
              <a:cxnSpLocks/>
              <a:stCxn id="461" idx="3"/>
              <a:endCxn id="462" idx="1"/>
            </p:cNvCxnSpPr>
            <p:nvPr/>
          </p:nvCxnSpPr>
          <p:spPr>
            <a:xfrm flipV="1">
              <a:off x="3495532" y="1248278"/>
              <a:ext cx="204658" cy="88871"/>
            </a:xfrm>
            <a:prstGeom prst="straightConnector1">
              <a:avLst/>
            </a:prstGeom>
            <a:ln w="6350"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8" name="矩形 467">
              <a:extLst>
                <a:ext uri="{FF2B5EF4-FFF2-40B4-BE49-F238E27FC236}">
                  <a16:creationId xmlns:a16="http://schemas.microsoft.com/office/drawing/2014/main" id="{FACD8C97-9AA8-D4F5-4E79-58D42E4A9127}"/>
                </a:ext>
              </a:extLst>
            </p:cNvPr>
            <p:cNvSpPr/>
            <p:nvPr/>
          </p:nvSpPr>
          <p:spPr>
            <a:xfrm>
              <a:off x="3645350" y="363637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</a:rPr>
                <a:t>L2P Entry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469" name="文本框 468">
              <a:extLst>
                <a:ext uri="{FF2B5EF4-FFF2-40B4-BE49-F238E27FC236}">
                  <a16:creationId xmlns:a16="http://schemas.microsoft.com/office/drawing/2014/main" id="{7B91A759-E6D1-D853-5B75-ACFE5B36C04D}"/>
                </a:ext>
              </a:extLst>
            </p:cNvPr>
            <p:cNvSpPr txBox="1"/>
            <p:nvPr/>
          </p:nvSpPr>
          <p:spPr>
            <a:xfrm>
              <a:off x="3374584" y="1611047"/>
              <a:ext cx="126562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(b) Deduplication File System</a:t>
              </a:r>
              <a:endParaRPr lang="zh-CN" altLang="en-US" sz="800" dirty="0"/>
            </a:p>
          </p:txBody>
        </p:sp>
        <p:sp>
          <p:nvSpPr>
            <p:cNvPr id="486" name="矩形 485">
              <a:extLst>
                <a:ext uri="{FF2B5EF4-FFF2-40B4-BE49-F238E27FC236}">
                  <a16:creationId xmlns:a16="http://schemas.microsoft.com/office/drawing/2014/main" id="{F062CB74-07E1-CC70-6FCB-33FB029012B8}"/>
                </a:ext>
              </a:extLst>
            </p:cNvPr>
            <p:cNvSpPr/>
            <p:nvPr/>
          </p:nvSpPr>
          <p:spPr>
            <a:xfrm>
              <a:off x="4357562" y="685733"/>
              <a:ext cx="603297" cy="643893"/>
            </a:xfrm>
            <a:prstGeom prst="rect">
              <a:avLst/>
            </a:prstGeom>
            <a:solidFill>
              <a:schemeClr val="bg1"/>
            </a:solidFill>
            <a:ln w="635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7" name="矩形 486">
              <a:extLst>
                <a:ext uri="{FF2B5EF4-FFF2-40B4-BE49-F238E27FC236}">
                  <a16:creationId xmlns:a16="http://schemas.microsoft.com/office/drawing/2014/main" id="{F332C31F-6239-4A19-238E-E33714D117FF}"/>
                </a:ext>
              </a:extLst>
            </p:cNvPr>
            <p:cNvSpPr/>
            <p:nvPr/>
          </p:nvSpPr>
          <p:spPr>
            <a:xfrm>
              <a:off x="4427790" y="752794"/>
              <a:ext cx="459031" cy="2389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FP1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PBN1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488" name="矩形 487">
              <a:extLst>
                <a:ext uri="{FF2B5EF4-FFF2-40B4-BE49-F238E27FC236}">
                  <a16:creationId xmlns:a16="http://schemas.microsoft.com/office/drawing/2014/main" id="{3B694B07-4821-B9E7-2661-C22AD94CB0DF}"/>
                </a:ext>
              </a:extLst>
            </p:cNvPr>
            <p:cNvSpPr/>
            <p:nvPr/>
          </p:nvSpPr>
          <p:spPr>
            <a:xfrm>
              <a:off x="4385532" y="526251"/>
              <a:ext cx="551457" cy="13660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</a:rPr>
                <a:t>FP2P Entry</a:t>
              </a:r>
              <a:endParaRPr lang="zh-CN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489" name="矩形 488">
              <a:extLst>
                <a:ext uri="{FF2B5EF4-FFF2-40B4-BE49-F238E27FC236}">
                  <a16:creationId xmlns:a16="http://schemas.microsoft.com/office/drawing/2014/main" id="{FF01F654-342F-DE20-7214-E0CB307159ED}"/>
                </a:ext>
              </a:extLst>
            </p:cNvPr>
            <p:cNvSpPr/>
            <p:nvPr/>
          </p:nvSpPr>
          <p:spPr>
            <a:xfrm>
              <a:off x="4427790" y="1045453"/>
              <a:ext cx="459031" cy="23891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FP2</a:t>
              </a:r>
              <a:r>
                <a:rPr lang="zh-CN" altLang="en-US" sz="700" dirty="0">
                  <a:solidFill>
                    <a:schemeClr val="tx1"/>
                  </a:solidFill>
                </a:rPr>
                <a:t>→</a:t>
              </a:r>
              <a:r>
                <a:rPr lang="en-US" altLang="zh-CN" sz="700" dirty="0">
                  <a:solidFill>
                    <a:schemeClr val="tx1"/>
                  </a:solidFill>
                </a:rPr>
                <a:t>PBN2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REF=2</a:t>
              </a:r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491" name="直接箭头连接符 490">
              <a:extLst>
                <a:ext uri="{FF2B5EF4-FFF2-40B4-BE49-F238E27FC236}">
                  <a16:creationId xmlns:a16="http://schemas.microsoft.com/office/drawing/2014/main" id="{A8A37E3F-9FB0-8960-5F05-A0EC274B6004}"/>
                </a:ext>
              </a:extLst>
            </p:cNvPr>
            <p:cNvCxnSpPr>
              <a:cxnSpLocks/>
              <a:stCxn id="451" idx="3"/>
              <a:endCxn id="487" idx="1"/>
            </p:cNvCxnSpPr>
            <p:nvPr/>
          </p:nvCxnSpPr>
          <p:spPr>
            <a:xfrm>
              <a:off x="4188912" y="667616"/>
              <a:ext cx="238878" cy="204636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4" name="直接箭头连接符 493">
              <a:extLst>
                <a:ext uri="{FF2B5EF4-FFF2-40B4-BE49-F238E27FC236}">
                  <a16:creationId xmlns:a16="http://schemas.microsoft.com/office/drawing/2014/main" id="{4C2F0448-5E0F-88A8-BDBF-923657E966E5}"/>
                </a:ext>
              </a:extLst>
            </p:cNvPr>
            <p:cNvCxnSpPr>
              <a:cxnSpLocks/>
              <a:stCxn id="453" idx="3"/>
              <a:endCxn id="487" idx="1"/>
            </p:cNvCxnSpPr>
            <p:nvPr/>
          </p:nvCxnSpPr>
          <p:spPr>
            <a:xfrm>
              <a:off x="4188912" y="870383"/>
              <a:ext cx="238878" cy="1869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9" name="直接箭头连接符 498">
              <a:extLst>
                <a:ext uri="{FF2B5EF4-FFF2-40B4-BE49-F238E27FC236}">
                  <a16:creationId xmlns:a16="http://schemas.microsoft.com/office/drawing/2014/main" id="{CAD9F34D-0514-C8C4-E736-9329E3C36292}"/>
                </a:ext>
              </a:extLst>
            </p:cNvPr>
            <p:cNvCxnSpPr>
              <a:cxnSpLocks/>
              <a:stCxn id="463" idx="3"/>
              <a:endCxn id="489" idx="1"/>
            </p:cNvCxnSpPr>
            <p:nvPr/>
          </p:nvCxnSpPr>
          <p:spPr>
            <a:xfrm flipV="1">
              <a:off x="4188912" y="1164911"/>
              <a:ext cx="238878" cy="286134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2" name="直接箭头连接符 501">
              <a:extLst>
                <a:ext uri="{FF2B5EF4-FFF2-40B4-BE49-F238E27FC236}">
                  <a16:creationId xmlns:a16="http://schemas.microsoft.com/office/drawing/2014/main" id="{78A09F91-6FF3-B5C0-323C-1706028C2093}"/>
                </a:ext>
              </a:extLst>
            </p:cNvPr>
            <p:cNvCxnSpPr>
              <a:cxnSpLocks/>
              <a:stCxn id="462" idx="3"/>
              <a:endCxn id="489" idx="1"/>
            </p:cNvCxnSpPr>
            <p:nvPr/>
          </p:nvCxnSpPr>
          <p:spPr>
            <a:xfrm flipV="1">
              <a:off x="4188912" y="1164911"/>
              <a:ext cx="238878" cy="83367"/>
            </a:xfrm>
            <a:prstGeom prst="straightConnector1">
              <a:avLst/>
            </a:prstGeom>
            <a:ln w="12700">
              <a:solidFill>
                <a:srgbClr val="C000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箭头: 上下 19">
              <a:extLst>
                <a:ext uri="{FF2B5EF4-FFF2-40B4-BE49-F238E27FC236}">
                  <a16:creationId xmlns:a16="http://schemas.microsoft.com/office/drawing/2014/main" id="{12DFE3D5-3B8E-59DB-642D-C94F873861D2}"/>
                </a:ext>
              </a:extLst>
            </p:cNvPr>
            <p:cNvSpPr/>
            <p:nvPr/>
          </p:nvSpPr>
          <p:spPr>
            <a:xfrm>
              <a:off x="1476917" y="1320534"/>
              <a:ext cx="86424" cy="187262"/>
            </a:xfrm>
            <a:prstGeom prst="upDownArrow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5D04072-5672-26C6-FF64-E2E9E76E8EAB}"/>
                </a:ext>
              </a:extLst>
            </p:cNvPr>
            <p:cNvSpPr/>
            <p:nvPr/>
          </p:nvSpPr>
          <p:spPr>
            <a:xfrm>
              <a:off x="3411379" y="204804"/>
              <a:ext cx="208726" cy="91185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F5C220D-D450-0E83-ABD9-38EF9B73FDC0}"/>
                </a:ext>
              </a:extLst>
            </p:cNvPr>
            <p:cNvSpPr/>
            <p:nvPr/>
          </p:nvSpPr>
          <p:spPr>
            <a:xfrm>
              <a:off x="1605169" y="204804"/>
              <a:ext cx="208726" cy="9118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1A7BAA2-DFA0-6204-C29E-A0D57B82C31A}"/>
                </a:ext>
              </a:extLst>
            </p:cNvPr>
            <p:cNvSpPr/>
            <p:nvPr/>
          </p:nvSpPr>
          <p:spPr>
            <a:xfrm>
              <a:off x="1854357" y="204804"/>
              <a:ext cx="1358982" cy="91185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</a:rPr>
                <a:t>Managed by deduplication logic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F38F847-A321-332E-66C1-C7A86254F81D}"/>
                </a:ext>
              </a:extLst>
            </p:cNvPr>
            <p:cNvSpPr/>
            <p:nvPr/>
          </p:nvSpPr>
          <p:spPr>
            <a:xfrm>
              <a:off x="3700189" y="204804"/>
              <a:ext cx="1186631" cy="91185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zh-CN" sz="800" dirty="0">
                  <a:solidFill>
                    <a:schemeClr val="tx1"/>
                  </a:solidFill>
                </a:rPr>
                <a:t>Managed by the file system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4D9CDA4-2A38-6AB7-7697-C916283A31CE}"/>
                </a:ext>
              </a:extLst>
            </p:cNvPr>
            <p:cNvCxnSpPr>
              <a:cxnSpLocks/>
            </p:cNvCxnSpPr>
            <p:nvPr/>
          </p:nvCxnSpPr>
          <p:spPr>
            <a:xfrm>
              <a:off x="1378424" y="349027"/>
              <a:ext cx="3603009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0505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57F05F60-A5CF-D027-F17B-38F499E2F62D}"/>
              </a:ext>
            </a:extLst>
          </p:cNvPr>
          <p:cNvSpPr/>
          <p:nvPr/>
        </p:nvSpPr>
        <p:spPr>
          <a:xfrm>
            <a:off x="305909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DDF949C-E6CC-C18F-189B-985CF09795A0}"/>
              </a:ext>
            </a:extLst>
          </p:cNvPr>
          <p:cNvCxnSpPr>
            <a:cxnSpLocks/>
          </p:cNvCxnSpPr>
          <p:nvPr/>
        </p:nvCxnSpPr>
        <p:spPr>
          <a:xfrm>
            <a:off x="136398" y="585890"/>
            <a:ext cx="1126805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0B50CF05-FE99-DF21-CC89-D2CBEFB6C957}"/>
              </a:ext>
            </a:extLst>
          </p:cNvPr>
          <p:cNvSpPr txBox="1"/>
          <p:nvPr/>
        </p:nvSpPr>
        <p:spPr>
          <a:xfrm rot="16200000">
            <a:off x="105403" y="649890"/>
            <a:ext cx="1851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PM</a:t>
            </a:r>
            <a:endParaRPr lang="zh-CN" altLang="en-US" sz="800" dirty="0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B4A548C-A986-3A40-FBDD-C1DC8014D372}"/>
              </a:ext>
            </a:extLst>
          </p:cNvPr>
          <p:cNvSpPr/>
          <p:nvPr/>
        </p:nvSpPr>
        <p:spPr>
          <a:xfrm>
            <a:off x="305908" y="184115"/>
            <a:ext cx="957295" cy="310759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KV-DHT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E6903C-7B5D-429D-0CFB-701222C33C27}"/>
              </a:ext>
            </a:extLst>
          </p:cNvPr>
          <p:cNvSpPr txBox="1"/>
          <p:nvPr/>
        </p:nvSpPr>
        <p:spPr>
          <a:xfrm rot="16200000">
            <a:off x="56863" y="332822"/>
            <a:ext cx="2821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DRAM</a:t>
            </a:r>
            <a:endParaRPr lang="zh-CN" altLang="en-US" sz="8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F53D33-0EB7-0390-4310-6E292334339F}"/>
              </a:ext>
            </a:extLst>
          </p:cNvPr>
          <p:cNvSpPr/>
          <p:nvPr/>
        </p:nvSpPr>
        <p:spPr>
          <a:xfrm>
            <a:off x="707387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B8F18D-5445-6A48-617F-6C8F729AE544}"/>
              </a:ext>
            </a:extLst>
          </p:cNvPr>
          <p:cNvSpPr/>
          <p:nvPr/>
        </p:nvSpPr>
        <p:spPr>
          <a:xfrm>
            <a:off x="908126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4C5293-493C-B48B-03D2-C9F62F15353D}"/>
              </a:ext>
            </a:extLst>
          </p:cNvPr>
          <p:cNvSpPr/>
          <p:nvPr/>
        </p:nvSpPr>
        <p:spPr>
          <a:xfrm>
            <a:off x="1108865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2A89687-C85A-A581-2E2D-6282D40A8D3F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383079" y="494875"/>
            <a:ext cx="969" cy="15843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F9B96AA-5489-CF40-A937-6A37AFDE4607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383079" y="494875"/>
            <a:ext cx="201707" cy="15843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C9E0607-9F5F-41BC-3550-82B73D153AD3}"/>
              </a:ext>
            </a:extLst>
          </p:cNvPr>
          <p:cNvCxnSpPr>
            <a:cxnSpLocks/>
            <a:stCxn id="3" idx="3"/>
            <a:endCxn id="8" idx="0"/>
          </p:cNvCxnSpPr>
          <p:nvPr/>
        </p:nvCxnSpPr>
        <p:spPr>
          <a:xfrm>
            <a:off x="784556" y="494874"/>
            <a:ext cx="1" cy="158434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5A8F07C-ED62-F073-47D2-51E6050837E4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984326" y="495553"/>
            <a:ext cx="970" cy="15775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194D87A-B855-4EAA-9379-072E904308D3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184095" y="495553"/>
            <a:ext cx="1940" cy="15775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C45FED73-7171-96E6-86BD-6023A293EE7C}"/>
              </a:ext>
            </a:extLst>
          </p:cNvPr>
          <p:cNvSpPr/>
          <p:nvPr/>
        </p:nvSpPr>
        <p:spPr>
          <a:xfrm>
            <a:off x="1581746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CD3AFF9B-5AF9-3294-F77F-9D1197020636}"/>
              </a:ext>
            </a:extLst>
          </p:cNvPr>
          <p:cNvCxnSpPr>
            <a:cxnSpLocks/>
          </p:cNvCxnSpPr>
          <p:nvPr/>
        </p:nvCxnSpPr>
        <p:spPr>
          <a:xfrm>
            <a:off x="1412235" y="585890"/>
            <a:ext cx="1126805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B887383D-0E18-7264-60F6-1D7DB5C015F8}"/>
              </a:ext>
            </a:extLst>
          </p:cNvPr>
          <p:cNvSpPr txBox="1"/>
          <p:nvPr/>
        </p:nvSpPr>
        <p:spPr>
          <a:xfrm rot="16200000">
            <a:off x="1381240" y="649890"/>
            <a:ext cx="1851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PM</a:t>
            </a:r>
            <a:endParaRPr lang="zh-CN" altLang="en-US" sz="8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DB7879F-F28D-25B0-9679-D6F02B74038F}"/>
              </a:ext>
            </a:extLst>
          </p:cNvPr>
          <p:cNvSpPr txBox="1"/>
          <p:nvPr/>
        </p:nvSpPr>
        <p:spPr>
          <a:xfrm rot="16200000">
            <a:off x="1332700" y="332822"/>
            <a:ext cx="2821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DRAM</a:t>
            </a:r>
            <a:endParaRPr lang="zh-CN" altLang="en-US" sz="8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8EC09AF-E447-81FA-4C0B-DA07DFAA875A}"/>
              </a:ext>
            </a:extLst>
          </p:cNvPr>
          <p:cNvSpPr/>
          <p:nvPr/>
        </p:nvSpPr>
        <p:spPr>
          <a:xfrm>
            <a:off x="1782485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826B9BB-79DE-38DA-8103-DD6D6C0C2D94}"/>
              </a:ext>
            </a:extLst>
          </p:cNvPr>
          <p:cNvSpPr/>
          <p:nvPr/>
        </p:nvSpPr>
        <p:spPr>
          <a:xfrm>
            <a:off x="2183963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B05617-D053-A1FE-599F-0A068EFAF893}"/>
              </a:ext>
            </a:extLst>
          </p:cNvPr>
          <p:cNvSpPr/>
          <p:nvPr/>
        </p:nvSpPr>
        <p:spPr>
          <a:xfrm>
            <a:off x="2384702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92B57ED-DA03-493E-5E51-CA9616DB307D}"/>
              </a:ext>
            </a:extLst>
          </p:cNvPr>
          <p:cNvCxnSpPr>
            <a:cxnSpLocks/>
            <a:endCxn id="45" idx="0"/>
          </p:cNvCxnSpPr>
          <p:nvPr/>
        </p:nvCxnSpPr>
        <p:spPr>
          <a:xfrm flipH="1">
            <a:off x="1658916" y="494875"/>
            <a:ext cx="969" cy="15843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6A70B08F-ACCF-0B98-9557-F36B66EB0BE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1859655" y="494875"/>
            <a:ext cx="968" cy="15843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0893F01E-75F8-A0FD-F2C2-FBC6C4952911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2056778" y="499955"/>
            <a:ext cx="204355" cy="15335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1D811D9-549B-5712-04A6-A69FDF1A4059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2260163" y="495553"/>
            <a:ext cx="970" cy="15775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F97DFF41-9438-AFC6-DCAD-DF1B5017B297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2459932" y="495553"/>
            <a:ext cx="1940" cy="15775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矩形 129">
            <a:extLst>
              <a:ext uri="{FF2B5EF4-FFF2-40B4-BE49-F238E27FC236}">
                <a16:creationId xmlns:a16="http://schemas.microsoft.com/office/drawing/2014/main" id="{0C7D650A-F7D1-0ADB-CD88-DE51BD5A8027}"/>
              </a:ext>
            </a:extLst>
          </p:cNvPr>
          <p:cNvSpPr/>
          <p:nvPr/>
        </p:nvSpPr>
        <p:spPr>
          <a:xfrm>
            <a:off x="1581746" y="409288"/>
            <a:ext cx="957294" cy="1201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V-Log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4C87D4FF-5AB5-8CC7-CCF9-31CF580DC671}"/>
              </a:ext>
            </a:extLst>
          </p:cNvPr>
          <p:cNvCxnSpPr>
            <a:cxnSpLocks/>
            <a:stCxn id="48" idx="3"/>
          </p:cNvCxnSpPr>
          <p:nvPr/>
        </p:nvCxnSpPr>
        <p:spPr>
          <a:xfrm flipH="1">
            <a:off x="1690141" y="341871"/>
            <a:ext cx="370252" cy="63089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1057E5CF-292A-C8EA-C127-6B8574534CAA}"/>
              </a:ext>
            </a:extLst>
          </p:cNvPr>
          <p:cNvCxnSpPr>
            <a:cxnSpLocks/>
            <a:stCxn id="48" idx="1"/>
            <a:endCxn id="130" idx="0"/>
          </p:cNvCxnSpPr>
          <p:nvPr/>
        </p:nvCxnSpPr>
        <p:spPr>
          <a:xfrm>
            <a:off x="1821069" y="262993"/>
            <a:ext cx="239324" cy="14629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B7161955-9574-2E56-5BB3-6729AA3BA86E}"/>
              </a:ext>
            </a:extLst>
          </p:cNvPr>
          <p:cNvCxnSpPr>
            <a:cxnSpLocks/>
            <a:stCxn id="48" idx="5"/>
          </p:cNvCxnSpPr>
          <p:nvPr/>
        </p:nvCxnSpPr>
        <p:spPr>
          <a:xfrm flipH="1">
            <a:off x="2191321" y="262993"/>
            <a:ext cx="108395" cy="14629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等腰三角形 47">
            <a:extLst>
              <a:ext uri="{FF2B5EF4-FFF2-40B4-BE49-F238E27FC236}">
                <a16:creationId xmlns:a16="http://schemas.microsoft.com/office/drawing/2014/main" id="{D48C24EE-326A-7DCA-C384-FF05AD07ADF4}"/>
              </a:ext>
            </a:extLst>
          </p:cNvPr>
          <p:cNvSpPr/>
          <p:nvPr/>
        </p:nvSpPr>
        <p:spPr>
          <a:xfrm>
            <a:off x="1581745" y="184115"/>
            <a:ext cx="957295" cy="157756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K-DHT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63" name="直角三角形 262">
            <a:extLst>
              <a:ext uri="{FF2B5EF4-FFF2-40B4-BE49-F238E27FC236}">
                <a16:creationId xmlns:a16="http://schemas.microsoft.com/office/drawing/2014/main" id="{C8B6F21B-FE26-6191-8694-E8543519D489}"/>
              </a:ext>
            </a:extLst>
          </p:cNvPr>
          <p:cNvSpPr/>
          <p:nvPr/>
        </p:nvSpPr>
        <p:spPr>
          <a:xfrm>
            <a:off x="3303412" y="183437"/>
            <a:ext cx="474768" cy="311424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6" name="直接连接符 245">
            <a:extLst>
              <a:ext uri="{FF2B5EF4-FFF2-40B4-BE49-F238E27FC236}">
                <a16:creationId xmlns:a16="http://schemas.microsoft.com/office/drawing/2014/main" id="{71674A19-B001-F4BF-3102-68AA2DFF6BB7}"/>
              </a:ext>
            </a:extLst>
          </p:cNvPr>
          <p:cNvCxnSpPr>
            <a:cxnSpLocks/>
          </p:cNvCxnSpPr>
          <p:nvPr/>
        </p:nvCxnSpPr>
        <p:spPr>
          <a:xfrm>
            <a:off x="2670452" y="585890"/>
            <a:ext cx="632960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矩形 247">
            <a:extLst>
              <a:ext uri="{FF2B5EF4-FFF2-40B4-BE49-F238E27FC236}">
                <a16:creationId xmlns:a16="http://schemas.microsoft.com/office/drawing/2014/main" id="{D4A87F81-F603-9762-68EE-239D0440EEE4}"/>
              </a:ext>
            </a:extLst>
          </p:cNvPr>
          <p:cNvSpPr/>
          <p:nvPr/>
        </p:nvSpPr>
        <p:spPr>
          <a:xfrm>
            <a:off x="2824765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826C75A0-3E5B-2AF3-5DD3-F26091257974}"/>
              </a:ext>
            </a:extLst>
          </p:cNvPr>
          <p:cNvSpPr txBox="1"/>
          <p:nvPr/>
        </p:nvSpPr>
        <p:spPr>
          <a:xfrm rot="16200000">
            <a:off x="2624259" y="649890"/>
            <a:ext cx="1851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PM</a:t>
            </a:r>
            <a:endParaRPr lang="zh-CN" altLang="en-US" sz="800" dirty="0"/>
          </a:p>
        </p:txBody>
      </p:sp>
      <p:sp>
        <p:nvSpPr>
          <p:cNvPr id="251" name="等腰三角形 250">
            <a:extLst>
              <a:ext uri="{FF2B5EF4-FFF2-40B4-BE49-F238E27FC236}">
                <a16:creationId xmlns:a16="http://schemas.microsoft.com/office/drawing/2014/main" id="{E7BC9964-EAA9-ED8C-5F33-938C80BE7A4D}"/>
              </a:ext>
            </a:extLst>
          </p:cNvPr>
          <p:cNvSpPr/>
          <p:nvPr/>
        </p:nvSpPr>
        <p:spPr>
          <a:xfrm>
            <a:off x="2824764" y="184115"/>
            <a:ext cx="957295" cy="310759"/>
          </a:xfrm>
          <a:prstGeom prst="triangl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KV-DHT</a:t>
            </a: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4F245C98-D0A7-576B-79BC-C0A25A0E8BF0}"/>
              </a:ext>
            </a:extLst>
          </p:cNvPr>
          <p:cNvSpPr txBox="1"/>
          <p:nvPr/>
        </p:nvSpPr>
        <p:spPr>
          <a:xfrm rot="16200000">
            <a:off x="2575719" y="332822"/>
            <a:ext cx="2821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DRAM</a:t>
            </a:r>
            <a:endParaRPr lang="zh-CN" altLang="en-US" sz="800" dirty="0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4C49DBC2-53F2-1E1E-5B16-73C405590307}"/>
              </a:ext>
            </a:extLst>
          </p:cNvPr>
          <p:cNvSpPr/>
          <p:nvPr/>
        </p:nvSpPr>
        <p:spPr>
          <a:xfrm>
            <a:off x="3226243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17442167-F1A2-F045-0B87-607BC6030DA4}"/>
              </a:ext>
            </a:extLst>
          </p:cNvPr>
          <p:cNvSpPr/>
          <p:nvPr/>
        </p:nvSpPr>
        <p:spPr>
          <a:xfrm>
            <a:off x="3426982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EC597921-9503-D4CC-0162-814A566B3A3D}"/>
              </a:ext>
            </a:extLst>
          </p:cNvPr>
          <p:cNvSpPr/>
          <p:nvPr/>
        </p:nvSpPr>
        <p:spPr>
          <a:xfrm>
            <a:off x="3627721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256" name="直接箭头连接符 255">
            <a:extLst>
              <a:ext uri="{FF2B5EF4-FFF2-40B4-BE49-F238E27FC236}">
                <a16:creationId xmlns:a16="http://schemas.microsoft.com/office/drawing/2014/main" id="{CABFF7D5-FCD9-D8D3-9FD9-9990EDE1F0B0}"/>
              </a:ext>
            </a:extLst>
          </p:cNvPr>
          <p:cNvCxnSpPr>
            <a:cxnSpLocks/>
            <a:endCxn id="248" idx="0"/>
          </p:cNvCxnSpPr>
          <p:nvPr/>
        </p:nvCxnSpPr>
        <p:spPr>
          <a:xfrm flipH="1">
            <a:off x="2901935" y="494875"/>
            <a:ext cx="969" cy="15843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箭头连接符 256">
            <a:extLst>
              <a:ext uri="{FF2B5EF4-FFF2-40B4-BE49-F238E27FC236}">
                <a16:creationId xmlns:a16="http://schemas.microsoft.com/office/drawing/2014/main" id="{41526B4B-8946-3B5A-7BA5-F76FE45E894A}"/>
              </a:ext>
            </a:extLst>
          </p:cNvPr>
          <p:cNvCxnSpPr>
            <a:cxnSpLocks/>
            <a:endCxn id="248" idx="0"/>
          </p:cNvCxnSpPr>
          <p:nvPr/>
        </p:nvCxnSpPr>
        <p:spPr>
          <a:xfrm flipH="1">
            <a:off x="2901935" y="494875"/>
            <a:ext cx="201707" cy="15843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箭头连接符 258">
            <a:extLst>
              <a:ext uri="{FF2B5EF4-FFF2-40B4-BE49-F238E27FC236}">
                <a16:creationId xmlns:a16="http://schemas.microsoft.com/office/drawing/2014/main" id="{14431F63-FD5F-CDC8-7765-9182F5ADB0BF}"/>
              </a:ext>
            </a:extLst>
          </p:cNvPr>
          <p:cNvCxnSpPr>
            <a:cxnSpLocks/>
            <a:endCxn id="254" idx="0"/>
          </p:cNvCxnSpPr>
          <p:nvPr/>
        </p:nvCxnSpPr>
        <p:spPr>
          <a:xfrm>
            <a:off x="3503182" y="495553"/>
            <a:ext cx="970" cy="15775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箭头连接符 259">
            <a:extLst>
              <a:ext uri="{FF2B5EF4-FFF2-40B4-BE49-F238E27FC236}">
                <a16:creationId xmlns:a16="http://schemas.microsoft.com/office/drawing/2014/main" id="{5A23F9DE-B911-9B50-AFB7-3E4A13B01A89}"/>
              </a:ext>
            </a:extLst>
          </p:cNvPr>
          <p:cNvCxnSpPr>
            <a:cxnSpLocks/>
            <a:endCxn id="255" idx="0"/>
          </p:cNvCxnSpPr>
          <p:nvPr/>
        </p:nvCxnSpPr>
        <p:spPr>
          <a:xfrm>
            <a:off x="3702951" y="495553"/>
            <a:ext cx="1940" cy="157755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F3CCE3D0-D928-0BDD-6ADC-F2C1F94D2CA3}"/>
              </a:ext>
            </a:extLst>
          </p:cNvPr>
          <p:cNvCxnSpPr>
            <a:cxnSpLocks/>
            <a:endCxn id="251" idx="0"/>
          </p:cNvCxnSpPr>
          <p:nvPr/>
        </p:nvCxnSpPr>
        <p:spPr>
          <a:xfrm flipV="1">
            <a:off x="3303412" y="184115"/>
            <a:ext cx="0" cy="401775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矩形 304">
            <a:extLst>
              <a:ext uri="{FF2B5EF4-FFF2-40B4-BE49-F238E27FC236}">
                <a16:creationId xmlns:a16="http://schemas.microsoft.com/office/drawing/2014/main" id="{C81D07CC-5EC2-9146-71E3-519E5801E2EF}"/>
              </a:ext>
            </a:extLst>
          </p:cNvPr>
          <p:cNvSpPr/>
          <p:nvPr/>
        </p:nvSpPr>
        <p:spPr>
          <a:xfrm>
            <a:off x="4552243" y="411518"/>
            <a:ext cx="477984" cy="11447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7" name="直角三角形 296">
            <a:extLst>
              <a:ext uri="{FF2B5EF4-FFF2-40B4-BE49-F238E27FC236}">
                <a16:creationId xmlns:a16="http://schemas.microsoft.com/office/drawing/2014/main" id="{6C5B9F57-FD36-6C59-BA20-0B3AD1CE5FD0}"/>
              </a:ext>
            </a:extLst>
          </p:cNvPr>
          <p:cNvSpPr/>
          <p:nvPr/>
        </p:nvSpPr>
        <p:spPr>
          <a:xfrm>
            <a:off x="4555798" y="183437"/>
            <a:ext cx="474768" cy="157756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5" name="直接连接符 264">
            <a:extLst>
              <a:ext uri="{FF2B5EF4-FFF2-40B4-BE49-F238E27FC236}">
                <a16:creationId xmlns:a16="http://schemas.microsoft.com/office/drawing/2014/main" id="{60E3715C-E1A2-13B9-4E1C-738E7D3B7BD7}"/>
              </a:ext>
            </a:extLst>
          </p:cNvPr>
          <p:cNvCxnSpPr>
            <a:cxnSpLocks/>
          </p:cNvCxnSpPr>
          <p:nvPr/>
        </p:nvCxnSpPr>
        <p:spPr>
          <a:xfrm>
            <a:off x="3919283" y="585890"/>
            <a:ext cx="632960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文本框 266">
            <a:extLst>
              <a:ext uri="{FF2B5EF4-FFF2-40B4-BE49-F238E27FC236}">
                <a16:creationId xmlns:a16="http://schemas.microsoft.com/office/drawing/2014/main" id="{88B88374-2328-82F7-2AA9-3B71A9929D7A}"/>
              </a:ext>
            </a:extLst>
          </p:cNvPr>
          <p:cNvSpPr txBox="1"/>
          <p:nvPr/>
        </p:nvSpPr>
        <p:spPr>
          <a:xfrm rot="16200000">
            <a:off x="3873090" y="649890"/>
            <a:ext cx="1851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PM</a:t>
            </a:r>
            <a:endParaRPr lang="zh-CN" altLang="en-US" sz="800" dirty="0"/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BDE9A89A-AC0F-5039-3289-749ABE3BABB0}"/>
              </a:ext>
            </a:extLst>
          </p:cNvPr>
          <p:cNvSpPr txBox="1"/>
          <p:nvPr/>
        </p:nvSpPr>
        <p:spPr>
          <a:xfrm rot="16200000">
            <a:off x="3824550" y="332822"/>
            <a:ext cx="2821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DRAM</a:t>
            </a:r>
            <a:endParaRPr lang="zh-CN" altLang="en-US" sz="800" dirty="0"/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8E7A572B-F286-EC4B-C632-2F12CE0377A5}"/>
              </a:ext>
            </a:extLst>
          </p:cNvPr>
          <p:cNvSpPr/>
          <p:nvPr/>
        </p:nvSpPr>
        <p:spPr>
          <a:xfrm>
            <a:off x="4073596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D3455FA2-9E53-41A6-79F3-A796E5627136}"/>
              </a:ext>
            </a:extLst>
          </p:cNvPr>
          <p:cNvSpPr/>
          <p:nvPr/>
        </p:nvSpPr>
        <p:spPr>
          <a:xfrm>
            <a:off x="4274335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6FCB39E2-2230-BDA3-C592-A367B15806DF}"/>
              </a:ext>
            </a:extLst>
          </p:cNvPr>
          <p:cNvSpPr/>
          <p:nvPr/>
        </p:nvSpPr>
        <p:spPr>
          <a:xfrm>
            <a:off x="4675813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74C8DBA9-4659-C5EA-83F0-B873E84F6568}"/>
              </a:ext>
            </a:extLst>
          </p:cNvPr>
          <p:cNvSpPr/>
          <p:nvPr/>
        </p:nvSpPr>
        <p:spPr>
          <a:xfrm>
            <a:off x="4876552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287" name="直接箭头连接符 286">
            <a:extLst>
              <a:ext uri="{FF2B5EF4-FFF2-40B4-BE49-F238E27FC236}">
                <a16:creationId xmlns:a16="http://schemas.microsoft.com/office/drawing/2014/main" id="{E99BA527-CC80-715D-71C1-4A7AFEEFF6A0}"/>
              </a:ext>
            </a:extLst>
          </p:cNvPr>
          <p:cNvCxnSpPr>
            <a:cxnSpLocks/>
            <a:endCxn id="283" idx="0"/>
          </p:cNvCxnSpPr>
          <p:nvPr/>
        </p:nvCxnSpPr>
        <p:spPr>
          <a:xfrm>
            <a:off x="4150766" y="525990"/>
            <a:ext cx="0" cy="12731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箭头连接符 287">
            <a:extLst>
              <a:ext uri="{FF2B5EF4-FFF2-40B4-BE49-F238E27FC236}">
                <a16:creationId xmlns:a16="http://schemas.microsoft.com/office/drawing/2014/main" id="{0EC0AFB5-21DF-D9FF-3283-FE2F5EAC9DCB}"/>
              </a:ext>
            </a:extLst>
          </p:cNvPr>
          <p:cNvCxnSpPr>
            <a:cxnSpLocks/>
            <a:endCxn id="284" idx="0"/>
          </p:cNvCxnSpPr>
          <p:nvPr/>
        </p:nvCxnSpPr>
        <p:spPr>
          <a:xfrm>
            <a:off x="4351505" y="529800"/>
            <a:ext cx="0" cy="12350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箭头连接符 288">
            <a:extLst>
              <a:ext uri="{FF2B5EF4-FFF2-40B4-BE49-F238E27FC236}">
                <a16:creationId xmlns:a16="http://schemas.microsoft.com/office/drawing/2014/main" id="{2C1CE861-C315-B24A-9E4B-E04999CFB34D}"/>
              </a:ext>
            </a:extLst>
          </p:cNvPr>
          <p:cNvCxnSpPr>
            <a:cxnSpLocks/>
            <a:stCxn id="292" idx="2"/>
            <a:endCxn id="285" idx="0"/>
          </p:cNvCxnSpPr>
          <p:nvPr/>
        </p:nvCxnSpPr>
        <p:spPr>
          <a:xfrm>
            <a:off x="4552243" y="529472"/>
            <a:ext cx="200740" cy="123836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接箭头连接符 289">
            <a:extLst>
              <a:ext uri="{FF2B5EF4-FFF2-40B4-BE49-F238E27FC236}">
                <a16:creationId xmlns:a16="http://schemas.microsoft.com/office/drawing/2014/main" id="{FA760E6A-2D6E-6F5C-3840-E37553C65386}"/>
              </a:ext>
            </a:extLst>
          </p:cNvPr>
          <p:cNvCxnSpPr>
            <a:cxnSpLocks/>
            <a:endCxn id="285" idx="0"/>
          </p:cNvCxnSpPr>
          <p:nvPr/>
        </p:nvCxnSpPr>
        <p:spPr>
          <a:xfrm>
            <a:off x="4752645" y="531705"/>
            <a:ext cx="338" cy="12160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接箭头连接符 290">
            <a:extLst>
              <a:ext uri="{FF2B5EF4-FFF2-40B4-BE49-F238E27FC236}">
                <a16:creationId xmlns:a16="http://schemas.microsoft.com/office/drawing/2014/main" id="{525D06E2-7F7E-4F65-2181-EBBF97A502A8}"/>
              </a:ext>
            </a:extLst>
          </p:cNvPr>
          <p:cNvCxnSpPr>
            <a:cxnSpLocks/>
            <a:endCxn id="286" idx="0"/>
          </p:cNvCxnSpPr>
          <p:nvPr/>
        </p:nvCxnSpPr>
        <p:spPr>
          <a:xfrm>
            <a:off x="4953722" y="535515"/>
            <a:ext cx="0" cy="11779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矩形 291">
            <a:extLst>
              <a:ext uri="{FF2B5EF4-FFF2-40B4-BE49-F238E27FC236}">
                <a16:creationId xmlns:a16="http://schemas.microsoft.com/office/drawing/2014/main" id="{629DAAEA-06B4-1CA4-03F1-B119E124A67B}"/>
              </a:ext>
            </a:extLst>
          </p:cNvPr>
          <p:cNvSpPr/>
          <p:nvPr/>
        </p:nvSpPr>
        <p:spPr>
          <a:xfrm>
            <a:off x="4073596" y="409288"/>
            <a:ext cx="957294" cy="12018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V-Log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296" name="等腰三角形 295">
            <a:extLst>
              <a:ext uri="{FF2B5EF4-FFF2-40B4-BE49-F238E27FC236}">
                <a16:creationId xmlns:a16="http://schemas.microsoft.com/office/drawing/2014/main" id="{A68711B6-E633-71A5-D50C-C53C815BAFF5}"/>
              </a:ext>
            </a:extLst>
          </p:cNvPr>
          <p:cNvSpPr/>
          <p:nvPr/>
        </p:nvSpPr>
        <p:spPr>
          <a:xfrm>
            <a:off x="4073595" y="184115"/>
            <a:ext cx="957295" cy="157756"/>
          </a:xfrm>
          <a:prstGeom prst="triangl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K-DHT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277" name="直接连接符 276">
            <a:extLst>
              <a:ext uri="{FF2B5EF4-FFF2-40B4-BE49-F238E27FC236}">
                <a16:creationId xmlns:a16="http://schemas.microsoft.com/office/drawing/2014/main" id="{EE7186B3-036B-C9C2-702D-7A0BCEA8556C}"/>
              </a:ext>
            </a:extLst>
          </p:cNvPr>
          <p:cNvCxnSpPr>
            <a:cxnSpLocks/>
          </p:cNvCxnSpPr>
          <p:nvPr/>
        </p:nvCxnSpPr>
        <p:spPr>
          <a:xfrm flipV="1">
            <a:off x="4552243" y="184115"/>
            <a:ext cx="0" cy="401775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直角三角形 306">
            <a:extLst>
              <a:ext uri="{FF2B5EF4-FFF2-40B4-BE49-F238E27FC236}">
                <a16:creationId xmlns:a16="http://schemas.microsoft.com/office/drawing/2014/main" id="{450349FB-8D92-D7B9-5CC0-3C94C3CB73A3}"/>
              </a:ext>
            </a:extLst>
          </p:cNvPr>
          <p:cNvSpPr/>
          <p:nvPr/>
        </p:nvSpPr>
        <p:spPr>
          <a:xfrm>
            <a:off x="5856076" y="183437"/>
            <a:ext cx="474768" cy="157756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8" name="直接连接符 307">
            <a:extLst>
              <a:ext uri="{FF2B5EF4-FFF2-40B4-BE49-F238E27FC236}">
                <a16:creationId xmlns:a16="http://schemas.microsoft.com/office/drawing/2014/main" id="{8022B142-EBF2-6D77-ECBE-4A6CEB5420DE}"/>
              </a:ext>
            </a:extLst>
          </p:cNvPr>
          <p:cNvCxnSpPr>
            <a:cxnSpLocks/>
          </p:cNvCxnSpPr>
          <p:nvPr/>
        </p:nvCxnSpPr>
        <p:spPr>
          <a:xfrm>
            <a:off x="5219561" y="375177"/>
            <a:ext cx="632960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文本框 308">
            <a:extLst>
              <a:ext uri="{FF2B5EF4-FFF2-40B4-BE49-F238E27FC236}">
                <a16:creationId xmlns:a16="http://schemas.microsoft.com/office/drawing/2014/main" id="{26E9D778-33C8-3F83-24C8-FA367AEB1B56}"/>
              </a:ext>
            </a:extLst>
          </p:cNvPr>
          <p:cNvSpPr txBox="1"/>
          <p:nvPr/>
        </p:nvSpPr>
        <p:spPr>
          <a:xfrm rot="16200000">
            <a:off x="5173368" y="556985"/>
            <a:ext cx="1851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PM</a:t>
            </a:r>
            <a:endParaRPr lang="zh-CN" altLang="en-US" sz="800" dirty="0"/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244D52EA-82B6-6A4C-0A67-D976AD9FB88D}"/>
              </a:ext>
            </a:extLst>
          </p:cNvPr>
          <p:cNvSpPr txBox="1"/>
          <p:nvPr/>
        </p:nvSpPr>
        <p:spPr>
          <a:xfrm>
            <a:off x="5219561" y="173858"/>
            <a:ext cx="2821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DRAM</a:t>
            </a:r>
            <a:endParaRPr lang="zh-CN" altLang="en-US" sz="800" dirty="0"/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9CD6A694-B02A-0BDD-B0AB-E0186FD67333}"/>
              </a:ext>
            </a:extLst>
          </p:cNvPr>
          <p:cNvSpPr/>
          <p:nvPr/>
        </p:nvSpPr>
        <p:spPr>
          <a:xfrm>
            <a:off x="5373874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34D04DE4-CFC3-F3A5-10D0-FBE8A8AF6A99}"/>
              </a:ext>
            </a:extLst>
          </p:cNvPr>
          <p:cNvSpPr/>
          <p:nvPr/>
        </p:nvSpPr>
        <p:spPr>
          <a:xfrm>
            <a:off x="5574613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2597D012-4EB3-5DA8-E117-12A9F2C5C305}"/>
              </a:ext>
            </a:extLst>
          </p:cNvPr>
          <p:cNvSpPr/>
          <p:nvPr/>
        </p:nvSpPr>
        <p:spPr>
          <a:xfrm>
            <a:off x="5976091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1E1720DC-1708-DABF-1FB5-49A02196679A}"/>
              </a:ext>
            </a:extLst>
          </p:cNvPr>
          <p:cNvSpPr/>
          <p:nvPr/>
        </p:nvSpPr>
        <p:spPr>
          <a:xfrm>
            <a:off x="6176830" y="653308"/>
            <a:ext cx="154339" cy="12018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315" name="直接箭头连接符 314">
            <a:extLst>
              <a:ext uri="{FF2B5EF4-FFF2-40B4-BE49-F238E27FC236}">
                <a16:creationId xmlns:a16="http://schemas.microsoft.com/office/drawing/2014/main" id="{A6C9E36C-FF7D-1624-D641-7826AAF1DF67}"/>
              </a:ext>
            </a:extLst>
          </p:cNvPr>
          <p:cNvCxnSpPr>
            <a:cxnSpLocks/>
            <a:endCxn id="311" idx="0"/>
          </p:cNvCxnSpPr>
          <p:nvPr/>
        </p:nvCxnSpPr>
        <p:spPr>
          <a:xfrm>
            <a:off x="5451044" y="525990"/>
            <a:ext cx="0" cy="12731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箭头连接符 315">
            <a:extLst>
              <a:ext uri="{FF2B5EF4-FFF2-40B4-BE49-F238E27FC236}">
                <a16:creationId xmlns:a16="http://schemas.microsoft.com/office/drawing/2014/main" id="{84923708-3F03-5966-7A16-3B9E0A1AD162}"/>
              </a:ext>
            </a:extLst>
          </p:cNvPr>
          <p:cNvCxnSpPr>
            <a:cxnSpLocks/>
            <a:endCxn id="312" idx="0"/>
          </p:cNvCxnSpPr>
          <p:nvPr/>
        </p:nvCxnSpPr>
        <p:spPr>
          <a:xfrm>
            <a:off x="5651783" y="529800"/>
            <a:ext cx="0" cy="123508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箭头连接符 316">
            <a:extLst>
              <a:ext uri="{FF2B5EF4-FFF2-40B4-BE49-F238E27FC236}">
                <a16:creationId xmlns:a16="http://schemas.microsoft.com/office/drawing/2014/main" id="{3E322E65-D1BD-B7E7-A916-47122AB1922A}"/>
              </a:ext>
            </a:extLst>
          </p:cNvPr>
          <p:cNvCxnSpPr>
            <a:cxnSpLocks/>
            <a:stCxn id="320" idx="2"/>
            <a:endCxn id="313" idx="0"/>
          </p:cNvCxnSpPr>
          <p:nvPr/>
        </p:nvCxnSpPr>
        <p:spPr>
          <a:xfrm>
            <a:off x="5852521" y="529472"/>
            <a:ext cx="200740" cy="123836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接箭头连接符 317">
            <a:extLst>
              <a:ext uri="{FF2B5EF4-FFF2-40B4-BE49-F238E27FC236}">
                <a16:creationId xmlns:a16="http://schemas.microsoft.com/office/drawing/2014/main" id="{4945AEA0-E1BD-FC72-3AE1-9228591CF130}"/>
              </a:ext>
            </a:extLst>
          </p:cNvPr>
          <p:cNvCxnSpPr>
            <a:cxnSpLocks/>
            <a:endCxn id="313" idx="0"/>
          </p:cNvCxnSpPr>
          <p:nvPr/>
        </p:nvCxnSpPr>
        <p:spPr>
          <a:xfrm>
            <a:off x="6052923" y="531705"/>
            <a:ext cx="338" cy="12160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箭头连接符 318">
            <a:extLst>
              <a:ext uri="{FF2B5EF4-FFF2-40B4-BE49-F238E27FC236}">
                <a16:creationId xmlns:a16="http://schemas.microsoft.com/office/drawing/2014/main" id="{1F1A4487-FA0B-A815-823A-016179EC07A5}"/>
              </a:ext>
            </a:extLst>
          </p:cNvPr>
          <p:cNvCxnSpPr>
            <a:cxnSpLocks/>
            <a:endCxn id="314" idx="0"/>
          </p:cNvCxnSpPr>
          <p:nvPr/>
        </p:nvCxnSpPr>
        <p:spPr>
          <a:xfrm>
            <a:off x="6254000" y="535515"/>
            <a:ext cx="0" cy="117793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矩形 319">
            <a:extLst>
              <a:ext uri="{FF2B5EF4-FFF2-40B4-BE49-F238E27FC236}">
                <a16:creationId xmlns:a16="http://schemas.microsoft.com/office/drawing/2014/main" id="{095D0CBA-1968-8B61-0023-93791154B613}"/>
              </a:ext>
            </a:extLst>
          </p:cNvPr>
          <p:cNvSpPr/>
          <p:nvPr/>
        </p:nvSpPr>
        <p:spPr>
          <a:xfrm>
            <a:off x="5373874" y="409288"/>
            <a:ext cx="957294" cy="120184"/>
          </a:xfrm>
          <a:prstGeom prst="rect">
            <a:avLst/>
          </a:prstGeom>
          <a:solidFill>
            <a:srgbClr val="D9D9D9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V-Log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321" name="等腰三角形 320">
            <a:extLst>
              <a:ext uri="{FF2B5EF4-FFF2-40B4-BE49-F238E27FC236}">
                <a16:creationId xmlns:a16="http://schemas.microsoft.com/office/drawing/2014/main" id="{3BF1107C-3716-2B7D-DAFF-F09AFD48284E}"/>
              </a:ext>
            </a:extLst>
          </p:cNvPr>
          <p:cNvSpPr/>
          <p:nvPr/>
        </p:nvSpPr>
        <p:spPr>
          <a:xfrm>
            <a:off x="5373873" y="184115"/>
            <a:ext cx="957295" cy="157756"/>
          </a:xfrm>
          <a:prstGeom prst="triangl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</a:rPr>
              <a:t>K-DHT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322" name="直接连接符 321">
            <a:extLst>
              <a:ext uri="{FF2B5EF4-FFF2-40B4-BE49-F238E27FC236}">
                <a16:creationId xmlns:a16="http://schemas.microsoft.com/office/drawing/2014/main" id="{85603513-DEF2-19C9-AAE9-F7A549E492F0}"/>
              </a:ext>
            </a:extLst>
          </p:cNvPr>
          <p:cNvCxnSpPr>
            <a:cxnSpLocks/>
          </p:cNvCxnSpPr>
          <p:nvPr/>
        </p:nvCxnSpPr>
        <p:spPr>
          <a:xfrm flipV="1">
            <a:off x="5852521" y="184115"/>
            <a:ext cx="0" cy="18376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247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0DACEEE9-9AE2-B6DF-6318-F535B5D6F25A}"/>
              </a:ext>
            </a:extLst>
          </p:cNvPr>
          <p:cNvGrpSpPr/>
          <p:nvPr/>
        </p:nvGrpSpPr>
        <p:grpSpPr>
          <a:xfrm>
            <a:off x="1" y="511724"/>
            <a:ext cx="6408738" cy="928695"/>
            <a:chOff x="1" y="511724"/>
            <a:chExt cx="6408738" cy="928695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57F05F60-A5CF-D027-F17B-38F499E2F62D}"/>
                </a:ext>
              </a:extLst>
            </p:cNvPr>
            <p:cNvSpPr/>
            <p:nvPr/>
          </p:nvSpPr>
          <p:spPr>
            <a:xfrm>
              <a:off x="148007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DDF949C-E6CC-C18F-189B-985CF09795A0}"/>
                </a:ext>
              </a:extLst>
            </p:cNvPr>
            <p:cNvCxnSpPr>
              <a:cxnSpLocks/>
            </p:cNvCxnSpPr>
            <p:nvPr/>
          </p:nvCxnSpPr>
          <p:spPr>
            <a:xfrm>
              <a:off x="2" y="1082425"/>
              <a:ext cx="983847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0B50CF05-FE99-DF21-CC89-D2CBEFB6C957}"/>
                </a:ext>
              </a:extLst>
            </p:cNvPr>
            <p:cNvSpPr txBox="1"/>
            <p:nvPr/>
          </p:nvSpPr>
          <p:spPr>
            <a:xfrm rot="16200000">
              <a:off x="-38803" y="1154235"/>
              <a:ext cx="185101" cy="107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PM</a:t>
              </a:r>
              <a:endParaRPr lang="zh-CN" altLang="en-US" sz="800" dirty="0"/>
            </a:p>
          </p:txBody>
        </p:sp>
        <p:sp>
          <p:nvSpPr>
            <p:cNvPr id="3" name="等腰三角形 2">
              <a:extLst>
                <a:ext uri="{FF2B5EF4-FFF2-40B4-BE49-F238E27FC236}">
                  <a16:creationId xmlns:a16="http://schemas.microsoft.com/office/drawing/2014/main" id="{0B4A548C-A986-3A40-FBDD-C1DC8014D372}"/>
                </a:ext>
              </a:extLst>
            </p:cNvPr>
            <p:cNvSpPr/>
            <p:nvPr/>
          </p:nvSpPr>
          <p:spPr>
            <a:xfrm>
              <a:off x="148006" y="680650"/>
              <a:ext cx="835843" cy="310759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KV-DHT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9E6903C-7B5D-429D-0CFB-701222C33C27}"/>
                </a:ext>
              </a:extLst>
            </p:cNvPr>
            <p:cNvSpPr txBox="1"/>
            <p:nvPr/>
          </p:nvSpPr>
          <p:spPr>
            <a:xfrm rot="16200000">
              <a:off x="-87343" y="837167"/>
              <a:ext cx="282179" cy="107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DRAM</a:t>
              </a:r>
              <a:endParaRPr lang="zh-CN" altLang="en-US" sz="800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CF53D33-0EB7-0390-4310-6E292334339F}"/>
                </a:ext>
              </a:extLst>
            </p:cNvPr>
            <p:cNvSpPr/>
            <p:nvPr/>
          </p:nvSpPr>
          <p:spPr>
            <a:xfrm>
              <a:off x="498550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DB8F18D-5445-6A48-617F-6C8F729AE544}"/>
                </a:ext>
              </a:extLst>
            </p:cNvPr>
            <p:cNvSpPr/>
            <p:nvPr/>
          </p:nvSpPr>
          <p:spPr>
            <a:xfrm>
              <a:off x="673821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14C5293-493C-B48B-03D2-C9F62F15353D}"/>
                </a:ext>
              </a:extLst>
            </p:cNvPr>
            <p:cNvSpPr/>
            <p:nvPr/>
          </p:nvSpPr>
          <p:spPr>
            <a:xfrm>
              <a:off x="849092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22A89687-C85A-A581-2E2D-6282D40A8D3F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 flipH="1">
              <a:off x="215386" y="991410"/>
              <a:ext cx="846" cy="15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6F9B96AA-5489-CF40-A937-6A37AFDE4607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 flipH="1">
              <a:off x="215386" y="991410"/>
              <a:ext cx="176116" cy="15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4C9E0607-9F5F-41BC-3550-82B73D153AD3}"/>
                </a:ext>
              </a:extLst>
            </p:cNvPr>
            <p:cNvCxnSpPr>
              <a:cxnSpLocks/>
              <a:stCxn id="3" idx="3"/>
              <a:endCxn id="8" idx="0"/>
            </p:cNvCxnSpPr>
            <p:nvPr/>
          </p:nvCxnSpPr>
          <p:spPr>
            <a:xfrm>
              <a:off x="565928" y="991409"/>
              <a:ext cx="1" cy="1584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95A8F07C-ED62-F073-47D2-51E6050837E4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740353" y="992088"/>
              <a:ext cx="847" cy="1577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8194D87A-B855-4EAA-9379-072E904308D3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914778" y="992088"/>
              <a:ext cx="1694" cy="1577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68CB5AC-3F1B-B98D-EE31-6AEE6CC1A584}"/>
                </a:ext>
              </a:extLst>
            </p:cNvPr>
            <p:cNvSpPr txBox="1"/>
            <p:nvPr/>
          </p:nvSpPr>
          <p:spPr>
            <a:xfrm>
              <a:off x="148005" y="1317308"/>
              <a:ext cx="83584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(a) FDM-DHT</a:t>
              </a:r>
              <a:endParaRPr lang="zh-CN" altLang="en-US" sz="800" dirty="0"/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FA101C9E-AD70-BB44-2051-5446B298007B}"/>
                </a:ext>
              </a:extLst>
            </p:cNvPr>
            <p:cNvGrpSpPr/>
            <p:nvPr/>
          </p:nvGrpSpPr>
          <p:grpSpPr>
            <a:xfrm>
              <a:off x="1091028" y="680650"/>
              <a:ext cx="983849" cy="619881"/>
              <a:chOff x="1412234" y="184115"/>
              <a:chExt cx="1126807" cy="619881"/>
            </a:xfrm>
          </p:grpSpPr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C45FED73-7171-96E6-86BD-6023A293EE7C}"/>
                  </a:ext>
                </a:extLst>
              </p:cNvPr>
              <p:cNvSpPr/>
              <p:nvPr/>
            </p:nvSpPr>
            <p:spPr>
              <a:xfrm>
                <a:off x="1581746" y="653308"/>
                <a:ext cx="154339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CD3AFF9B-5AF9-3294-F77F-9D11970206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2235" y="585890"/>
                <a:ext cx="1126805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887383D-0E18-7264-60F6-1D7DB5C015F8}"/>
                  </a:ext>
                </a:extLst>
              </p:cNvPr>
              <p:cNvSpPr txBox="1"/>
              <p:nvPr/>
            </p:nvSpPr>
            <p:spPr>
              <a:xfrm rot="16200000">
                <a:off x="1381240" y="649890"/>
                <a:ext cx="18510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PM</a:t>
                </a:r>
                <a:endParaRPr lang="zh-CN" altLang="en-US" sz="800" dirty="0"/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EDB7879F-F28D-25B0-9679-D6F02B74038F}"/>
                  </a:ext>
                </a:extLst>
              </p:cNvPr>
              <p:cNvSpPr txBox="1"/>
              <p:nvPr/>
            </p:nvSpPr>
            <p:spPr>
              <a:xfrm rot="16200000">
                <a:off x="1332700" y="332822"/>
                <a:ext cx="28217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DRAM</a:t>
                </a:r>
                <a:endParaRPr lang="zh-CN" altLang="en-US" sz="800" dirty="0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D8EC09AF-E447-81FA-4C0B-DA07DFAA875A}"/>
                  </a:ext>
                </a:extLst>
              </p:cNvPr>
              <p:cNvSpPr/>
              <p:nvPr/>
            </p:nvSpPr>
            <p:spPr>
              <a:xfrm>
                <a:off x="1782485" y="653308"/>
                <a:ext cx="154339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2826B9BB-79DE-38DA-8103-DD6D6C0C2D94}"/>
                  </a:ext>
                </a:extLst>
              </p:cNvPr>
              <p:cNvSpPr/>
              <p:nvPr/>
            </p:nvSpPr>
            <p:spPr>
              <a:xfrm>
                <a:off x="2183963" y="653308"/>
                <a:ext cx="154339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CCB05617-D053-A1FE-599F-0A068EFAF893}"/>
                  </a:ext>
                </a:extLst>
              </p:cNvPr>
              <p:cNvSpPr/>
              <p:nvPr/>
            </p:nvSpPr>
            <p:spPr>
              <a:xfrm>
                <a:off x="2384702" y="653308"/>
                <a:ext cx="154339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4" name="直接箭头连接符 53">
                <a:extLst>
                  <a:ext uri="{FF2B5EF4-FFF2-40B4-BE49-F238E27FC236}">
                    <a16:creationId xmlns:a16="http://schemas.microsoft.com/office/drawing/2014/main" id="{492B57ED-DA03-493E-5E51-CA9616DB307D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flipH="1">
                <a:off x="1658916" y="494875"/>
                <a:ext cx="969" cy="1584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6A70B08F-ACCF-0B98-9557-F36B66EB0BEB}"/>
                  </a:ext>
                </a:extLst>
              </p:cNvPr>
              <p:cNvCxnSpPr>
                <a:cxnSpLocks/>
                <a:endCxn id="50" idx="0"/>
              </p:cNvCxnSpPr>
              <p:nvPr/>
            </p:nvCxnSpPr>
            <p:spPr>
              <a:xfrm flipH="1">
                <a:off x="1859655" y="494875"/>
                <a:ext cx="968" cy="1584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0893F01E-75F8-A0FD-F2C2-FBC6C4952911}"/>
                  </a:ext>
                </a:extLst>
              </p:cNvPr>
              <p:cNvCxnSpPr>
                <a:cxnSpLocks/>
                <a:endCxn id="52" idx="0"/>
              </p:cNvCxnSpPr>
              <p:nvPr/>
            </p:nvCxnSpPr>
            <p:spPr>
              <a:xfrm>
                <a:off x="2056778" y="499955"/>
                <a:ext cx="204355" cy="1533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箭头连接符 56">
                <a:extLst>
                  <a:ext uri="{FF2B5EF4-FFF2-40B4-BE49-F238E27FC236}">
                    <a16:creationId xmlns:a16="http://schemas.microsoft.com/office/drawing/2014/main" id="{11D811D9-549B-5712-04A6-A69FDF1A4059}"/>
                  </a:ext>
                </a:extLst>
              </p:cNvPr>
              <p:cNvCxnSpPr>
                <a:cxnSpLocks/>
                <a:endCxn id="52" idx="0"/>
              </p:cNvCxnSpPr>
              <p:nvPr/>
            </p:nvCxnSpPr>
            <p:spPr>
              <a:xfrm>
                <a:off x="2260163" y="495553"/>
                <a:ext cx="970" cy="1577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箭头连接符 57">
                <a:extLst>
                  <a:ext uri="{FF2B5EF4-FFF2-40B4-BE49-F238E27FC236}">
                    <a16:creationId xmlns:a16="http://schemas.microsoft.com/office/drawing/2014/main" id="{F97DFF41-9438-AFC6-DCAD-DF1B5017B297}"/>
                  </a:ext>
                </a:extLst>
              </p:cNvPr>
              <p:cNvCxnSpPr>
                <a:cxnSpLocks/>
                <a:endCxn id="53" idx="0"/>
              </p:cNvCxnSpPr>
              <p:nvPr/>
            </p:nvCxnSpPr>
            <p:spPr>
              <a:xfrm>
                <a:off x="2459932" y="495553"/>
                <a:ext cx="1940" cy="1577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0C7D650A-F7D1-0ADB-CD88-DE51BD5A8027}"/>
                  </a:ext>
                </a:extLst>
              </p:cNvPr>
              <p:cNvSpPr/>
              <p:nvPr/>
            </p:nvSpPr>
            <p:spPr>
              <a:xfrm>
                <a:off x="1581746" y="409288"/>
                <a:ext cx="957294" cy="12018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V-Log</a:t>
                </a:r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4" name="直接箭头连接符 133">
                <a:extLst>
                  <a:ext uri="{FF2B5EF4-FFF2-40B4-BE49-F238E27FC236}">
                    <a16:creationId xmlns:a16="http://schemas.microsoft.com/office/drawing/2014/main" id="{4C87D4FF-5AB5-8CC7-CCF9-31CF580DC671}"/>
                  </a:ext>
                </a:extLst>
              </p:cNvPr>
              <p:cNvCxnSpPr>
                <a:cxnSpLocks/>
                <a:stCxn id="48" idx="3"/>
              </p:cNvCxnSpPr>
              <p:nvPr/>
            </p:nvCxnSpPr>
            <p:spPr>
              <a:xfrm flipH="1">
                <a:off x="1690141" y="341871"/>
                <a:ext cx="370252" cy="6308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箭头连接符 136">
                <a:extLst>
                  <a:ext uri="{FF2B5EF4-FFF2-40B4-BE49-F238E27FC236}">
                    <a16:creationId xmlns:a16="http://schemas.microsoft.com/office/drawing/2014/main" id="{1057E5CF-292A-C8EA-C127-6B8574534CAA}"/>
                  </a:ext>
                </a:extLst>
              </p:cNvPr>
              <p:cNvCxnSpPr>
                <a:cxnSpLocks/>
                <a:stCxn id="48" idx="1"/>
                <a:endCxn id="130" idx="0"/>
              </p:cNvCxnSpPr>
              <p:nvPr/>
            </p:nvCxnSpPr>
            <p:spPr>
              <a:xfrm>
                <a:off x="1821069" y="262993"/>
                <a:ext cx="239324" cy="14629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箭头连接符 140">
                <a:extLst>
                  <a:ext uri="{FF2B5EF4-FFF2-40B4-BE49-F238E27FC236}">
                    <a16:creationId xmlns:a16="http://schemas.microsoft.com/office/drawing/2014/main" id="{B7161955-9574-2E56-5BB3-6729AA3BA86E}"/>
                  </a:ext>
                </a:extLst>
              </p:cNvPr>
              <p:cNvCxnSpPr>
                <a:cxnSpLocks/>
                <a:stCxn id="48" idx="5"/>
              </p:cNvCxnSpPr>
              <p:nvPr/>
            </p:nvCxnSpPr>
            <p:spPr>
              <a:xfrm flipH="1">
                <a:off x="2191321" y="262993"/>
                <a:ext cx="108395" cy="14629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等腰三角形 47">
                <a:extLst>
                  <a:ext uri="{FF2B5EF4-FFF2-40B4-BE49-F238E27FC236}">
                    <a16:creationId xmlns:a16="http://schemas.microsoft.com/office/drawing/2014/main" id="{D48C24EE-326A-7DCA-C384-FF05AD07ADF4}"/>
                  </a:ext>
                </a:extLst>
              </p:cNvPr>
              <p:cNvSpPr/>
              <p:nvPr/>
            </p:nvSpPr>
            <p:spPr>
              <a:xfrm>
                <a:off x="1581745" y="184115"/>
                <a:ext cx="957295" cy="157756"/>
              </a:xfrm>
              <a:prstGeom prst="triangl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K-DHT</a:t>
                </a:r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6D6C614-53D6-F933-FA6C-9044D6E0D02B}"/>
                </a:ext>
              </a:extLst>
            </p:cNvPr>
            <p:cNvSpPr txBox="1"/>
            <p:nvPr/>
          </p:nvSpPr>
          <p:spPr>
            <a:xfrm>
              <a:off x="1239032" y="1317308"/>
              <a:ext cx="83584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(b) FDM-Log</a:t>
              </a:r>
              <a:endParaRPr lang="zh-CN" altLang="en-US" sz="800" dirty="0"/>
            </a:p>
          </p:txBody>
        </p:sp>
        <p:sp>
          <p:nvSpPr>
            <p:cNvPr id="263" name="直角三角形 262">
              <a:extLst>
                <a:ext uri="{FF2B5EF4-FFF2-40B4-BE49-F238E27FC236}">
                  <a16:creationId xmlns:a16="http://schemas.microsoft.com/office/drawing/2014/main" id="{C8B6F21B-FE26-6191-8694-E8543519D489}"/>
                </a:ext>
              </a:extLst>
            </p:cNvPr>
            <p:cNvSpPr/>
            <p:nvPr/>
          </p:nvSpPr>
          <p:spPr>
            <a:xfrm>
              <a:off x="2747981" y="679972"/>
              <a:ext cx="414534" cy="311424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71674A19-B001-F4BF-3102-68AA2DFF6BB7}"/>
                </a:ext>
              </a:extLst>
            </p:cNvPr>
            <p:cNvCxnSpPr>
              <a:cxnSpLocks/>
            </p:cNvCxnSpPr>
            <p:nvPr/>
          </p:nvCxnSpPr>
          <p:spPr>
            <a:xfrm>
              <a:off x="2195325" y="1082425"/>
              <a:ext cx="552656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D4A87F81-F603-9762-68EE-239D0440EEE4}"/>
                </a:ext>
              </a:extLst>
            </p:cNvPr>
            <p:cNvSpPr/>
            <p:nvPr/>
          </p:nvSpPr>
          <p:spPr>
            <a:xfrm>
              <a:off x="2330060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50" name="文本框 249">
              <a:extLst>
                <a:ext uri="{FF2B5EF4-FFF2-40B4-BE49-F238E27FC236}">
                  <a16:creationId xmlns:a16="http://schemas.microsoft.com/office/drawing/2014/main" id="{826C75A0-3E5B-2AF3-5DD3-F26091257974}"/>
                </a:ext>
              </a:extLst>
            </p:cNvPr>
            <p:cNvSpPr txBox="1"/>
            <p:nvPr/>
          </p:nvSpPr>
          <p:spPr>
            <a:xfrm rot="16200000">
              <a:off x="2143250" y="1154235"/>
              <a:ext cx="185101" cy="107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PM</a:t>
              </a:r>
              <a:endParaRPr lang="zh-CN" altLang="en-US" sz="800" dirty="0"/>
            </a:p>
          </p:txBody>
        </p:sp>
        <p:sp>
          <p:nvSpPr>
            <p:cNvPr id="251" name="等腰三角形 250">
              <a:extLst>
                <a:ext uri="{FF2B5EF4-FFF2-40B4-BE49-F238E27FC236}">
                  <a16:creationId xmlns:a16="http://schemas.microsoft.com/office/drawing/2014/main" id="{E7BC9964-EAA9-ED8C-5F33-938C80BE7A4D}"/>
                </a:ext>
              </a:extLst>
            </p:cNvPr>
            <p:cNvSpPr/>
            <p:nvPr/>
          </p:nvSpPr>
          <p:spPr>
            <a:xfrm>
              <a:off x="2330059" y="680650"/>
              <a:ext cx="835843" cy="310759"/>
            </a:xfrm>
            <a:prstGeom prst="triangl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KV-DHT</a:t>
              </a:r>
            </a:p>
          </p:txBody>
        </p: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4F245C98-D0A7-576B-79BC-C0A25A0E8BF0}"/>
                </a:ext>
              </a:extLst>
            </p:cNvPr>
            <p:cNvSpPr txBox="1"/>
            <p:nvPr/>
          </p:nvSpPr>
          <p:spPr>
            <a:xfrm rot="16200000">
              <a:off x="2094710" y="837167"/>
              <a:ext cx="282179" cy="107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DRAM</a:t>
              </a:r>
              <a:endParaRPr lang="zh-CN" altLang="en-US" sz="800" dirty="0"/>
            </a:p>
          </p:txBody>
        </p: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4C49DBC2-53F2-1E1E-5B16-73C405590307}"/>
                </a:ext>
              </a:extLst>
            </p:cNvPr>
            <p:cNvSpPr/>
            <p:nvPr/>
          </p:nvSpPr>
          <p:spPr>
            <a:xfrm>
              <a:off x="2680603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17442167-F1A2-F045-0B87-607BC6030DA4}"/>
                </a:ext>
              </a:extLst>
            </p:cNvPr>
            <p:cNvSpPr/>
            <p:nvPr/>
          </p:nvSpPr>
          <p:spPr>
            <a:xfrm>
              <a:off x="2855874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EC597921-9503-D4CC-0162-814A566B3A3D}"/>
                </a:ext>
              </a:extLst>
            </p:cNvPr>
            <p:cNvSpPr/>
            <p:nvPr/>
          </p:nvSpPr>
          <p:spPr>
            <a:xfrm>
              <a:off x="3031145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CABFF7D5-FCD9-D8D3-9FD9-9990EDE1F0B0}"/>
                </a:ext>
              </a:extLst>
            </p:cNvPr>
            <p:cNvCxnSpPr>
              <a:cxnSpLocks/>
              <a:endCxn id="248" idx="0"/>
            </p:cNvCxnSpPr>
            <p:nvPr/>
          </p:nvCxnSpPr>
          <p:spPr>
            <a:xfrm flipH="1">
              <a:off x="2397439" y="991410"/>
              <a:ext cx="846" cy="15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箭头连接符 256">
              <a:extLst>
                <a:ext uri="{FF2B5EF4-FFF2-40B4-BE49-F238E27FC236}">
                  <a16:creationId xmlns:a16="http://schemas.microsoft.com/office/drawing/2014/main" id="{41526B4B-8946-3B5A-7BA5-F76FE45E894A}"/>
                </a:ext>
              </a:extLst>
            </p:cNvPr>
            <p:cNvCxnSpPr>
              <a:cxnSpLocks/>
              <a:endCxn id="248" idx="0"/>
            </p:cNvCxnSpPr>
            <p:nvPr/>
          </p:nvCxnSpPr>
          <p:spPr>
            <a:xfrm flipH="1">
              <a:off x="2397439" y="991410"/>
              <a:ext cx="176116" cy="15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箭头连接符 258">
              <a:extLst>
                <a:ext uri="{FF2B5EF4-FFF2-40B4-BE49-F238E27FC236}">
                  <a16:creationId xmlns:a16="http://schemas.microsoft.com/office/drawing/2014/main" id="{14431F63-FD5F-CDC8-7765-9182F5ADB0BF}"/>
                </a:ext>
              </a:extLst>
            </p:cNvPr>
            <p:cNvCxnSpPr>
              <a:cxnSpLocks/>
              <a:endCxn id="254" idx="0"/>
            </p:cNvCxnSpPr>
            <p:nvPr/>
          </p:nvCxnSpPr>
          <p:spPr>
            <a:xfrm>
              <a:off x="2922406" y="992088"/>
              <a:ext cx="847" cy="1577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箭头连接符 259">
              <a:extLst>
                <a:ext uri="{FF2B5EF4-FFF2-40B4-BE49-F238E27FC236}">
                  <a16:creationId xmlns:a16="http://schemas.microsoft.com/office/drawing/2014/main" id="{5A23F9DE-B911-9B50-AFB7-3E4A13B01A89}"/>
                </a:ext>
              </a:extLst>
            </p:cNvPr>
            <p:cNvCxnSpPr>
              <a:cxnSpLocks/>
              <a:endCxn id="255" idx="0"/>
            </p:cNvCxnSpPr>
            <p:nvPr/>
          </p:nvCxnSpPr>
          <p:spPr>
            <a:xfrm>
              <a:off x="3096831" y="992088"/>
              <a:ext cx="1694" cy="1577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F3CCE3D0-D928-0BDD-6ADC-F2C1F94D2CA3}"/>
                </a:ext>
              </a:extLst>
            </p:cNvPr>
            <p:cNvCxnSpPr>
              <a:cxnSpLocks/>
              <a:endCxn id="251" idx="0"/>
            </p:cNvCxnSpPr>
            <p:nvPr/>
          </p:nvCxnSpPr>
          <p:spPr>
            <a:xfrm flipV="1">
              <a:off x="2747981" y="680650"/>
              <a:ext cx="0" cy="40177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4D86D53-05CB-DF69-C6B1-25EC3A2EBD90}"/>
                </a:ext>
              </a:extLst>
            </p:cNvPr>
            <p:cNvSpPr txBox="1"/>
            <p:nvPr/>
          </p:nvSpPr>
          <p:spPr>
            <a:xfrm>
              <a:off x="2326672" y="1317308"/>
              <a:ext cx="83584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(c) FDM-DHT Mem</a:t>
              </a:r>
              <a:endParaRPr lang="zh-CN" altLang="en-US" sz="800" dirty="0"/>
            </a:p>
          </p:txBody>
        </p:sp>
        <p:sp>
          <p:nvSpPr>
            <p:cNvPr id="305" name="矩形 304">
              <a:extLst>
                <a:ext uri="{FF2B5EF4-FFF2-40B4-BE49-F238E27FC236}">
                  <a16:creationId xmlns:a16="http://schemas.microsoft.com/office/drawing/2014/main" id="{C81D07CC-5EC2-9146-71E3-519E5801E2EF}"/>
                </a:ext>
              </a:extLst>
            </p:cNvPr>
            <p:cNvSpPr/>
            <p:nvPr/>
          </p:nvSpPr>
          <p:spPr>
            <a:xfrm>
              <a:off x="3839008" y="908053"/>
              <a:ext cx="417342" cy="1144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直角三角形 296">
              <a:extLst>
                <a:ext uri="{FF2B5EF4-FFF2-40B4-BE49-F238E27FC236}">
                  <a16:creationId xmlns:a16="http://schemas.microsoft.com/office/drawing/2014/main" id="{6C5B9F57-FD36-6C59-BA20-0B3AD1CE5FD0}"/>
                </a:ext>
              </a:extLst>
            </p:cNvPr>
            <p:cNvSpPr/>
            <p:nvPr/>
          </p:nvSpPr>
          <p:spPr>
            <a:xfrm>
              <a:off x="3842112" y="679972"/>
              <a:ext cx="414534" cy="157756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60E3715C-E1A2-13B9-4E1C-738E7D3B7BD7}"/>
                </a:ext>
              </a:extLst>
            </p:cNvPr>
            <p:cNvCxnSpPr>
              <a:cxnSpLocks/>
            </p:cNvCxnSpPr>
            <p:nvPr/>
          </p:nvCxnSpPr>
          <p:spPr>
            <a:xfrm>
              <a:off x="3286352" y="1082425"/>
              <a:ext cx="552656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文本框 266">
              <a:extLst>
                <a:ext uri="{FF2B5EF4-FFF2-40B4-BE49-F238E27FC236}">
                  <a16:creationId xmlns:a16="http://schemas.microsoft.com/office/drawing/2014/main" id="{88B88374-2328-82F7-2AA9-3B71A9929D7A}"/>
                </a:ext>
              </a:extLst>
            </p:cNvPr>
            <p:cNvSpPr txBox="1"/>
            <p:nvPr/>
          </p:nvSpPr>
          <p:spPr>
            <a:xfrm rot="16200000">
              <a:off x="3234277" y="1154235"/>
              <a:ext cx="185101" cy="107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PM</a:t>
              </a:r>
              <a:endParaRPr lang="zh-CN" altLang="en-US" sz="800" dirty="0"/>
            </a:p>
          </p:txBody>
        </p:sp>
        <p:sp>
          <p:nvSpPr>
            <p:cNvPr id="269" name="文本框 268">
              <a:extLst>
                <a:ext uri="{FF2B5EF4-FFF2-40B4-BE49-F238E27FC236}">
                  <a16:creationId xmlns:a16="http://schemas.microsoft.com/office/drawing/2014/main" id="{BDE9A89A-AC0F-5039-3289-749ABE3BABB0}"/>
                </a:ext>
              </a:extLst>
            </p:cNvPr>
            <p:cNvSpPr txBox="1"/>
            <p:nvPr/>
          </p:nvSpPr>
          <p:spPr>
            <a:xfrm rot="16200000">
              <a:off x="3185737" y="837167"/>
              <a:ext cx="282179" cy="107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DRAM</a:t>
              </a:r>
              <a:endParaRPr lang="zh-CN" altLang="en-US" sz="800" dirty="0"/>
            </a:p>
          </p:txBody>
        </p:sp>
        <p:sp>
          <p:nvSpPr>
            <p:cNvPr id="283" name="矩形 282">
              <a:extLst>
                <a:ext uri="{FF2B5EF4-FFF2-40B4-BE49-F238E27FC236}">
                  <a16:creationId xmlns:a16="http://schemas.microsoft.com/office/drawing/2014/main" id="{8E7A572B-F286-EC4B-C632-2F12CE0377A5}"/>
                </a:ext>
              </a:extLst>
            </p:cNvPr>
            <p:cNvSpPr/>
            <p:nvPr/>
          </p:nvSpPr>
          <p:spPr>
            <a:xfrm>
              <a:off x="3421087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84" name="矩形 283">
              <a:extLst>
                <a:ext uri="{FF2B5EF4-FFF2-40B4-BE49-F238E27FC236}">
                  <a16:creationId xmlns:a16="http://schemas.microsoft.com/office/drawing/2014/main" id="{D3455FA2-9E53-41A6-79F3-A796E5627136}"/>
                </a:ext>
              </a:extLst>
            </p:cNvPr>
            <p:cNvSpPr/>
            <p:nvPr/>
          </p:nvSpPr>
          <p:spPr>
            <a:xfrm>
              <a:off x="3596358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85" name="矩形 284">
              <a:extLst>
                <a:ext uri="{FF2B5EF4-FFF2-40B4-BE49-F238E27FC236}">
                  <a16:creationId xmlns:a16="http://schemas.microsoft.com/office/drawing/2014/main" id="{6FCB39E2-2230-BDA3-C592-A367B15806DF}"/>
                </a:ext>
              </a:extLst>
            </p:cNvPr>
            <p:cNvSpPr/>
            <p:nvPr/>
          </p:nvSpPr>
          <p:spPr>
            <a:xfrm>
              <a:off x="3946901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86" name="矩形 285">
              <a:extLst>
                <a:ext uri="{FF2B5EF4-FFF2-40B4-BE49-F238E27FC236}">
                  <a16:creationId xmlns:a16="http://schemas.microsoft.com/office/drawing/2014/main" id="{74C8DBA9-4659-C5EA-83F0-B873E84F6568}"/>
                </a:ext>
              </a:extLst>
            </p:cNvPr>
            <p:cNvSpPr/>
            <p:nvPr/>
          </p:nvSpPr>
          <p:spPr>
            <a:xfrm>
              <a:off x="4122172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E99BA527-CC80-715D-71C1-4A7AFEEFF6A0}"/>
                </a:ext>
              </a:extLst>
            </p:cNvPr>
            <p:cNvCxnSpPr>
              <a:cxnSpLocks/>
              <a:endCxn id="283" idx="0"/>
            </p:cNvCxnSpPr>
            <p:nvPr/>
          </p:nvCxnSpPr>
          <p:spPr>
            <a:xfrm>
              <a:off x="3488466" y="1022525"/>
              <a:ext cx="0" cy="1273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箭头连接符 287">
              <a:extLst>
                <a:ext uri="{FF2B5EF4-FFF2-40B4-BE49-F238E27FC236}">
                  <a16:creationId xmlns:a16="http://schemas.microsoft.com/office/drawing/2014/main" id="{0EC0AFB5-21DF-D9FF-3283-FE2F5EAC9DCB}"/>
                </a:ext>
              </a:extLst>
            </p:cNvPr>
            <p:cNvCxnSpPr>
              <a:cxnSpLocks/>
              <a:endCxn id="284" idx="0"/>
            </p:cNvCxnSpPr>
            <p:nvPr/>
          </p:nvCxnSpPr>
          <p:spPr>
            <a:xfrm>
              <a:off x="3663738" y="1026335"/>
              <a:ext cx="0" cy="1235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箭头连接符 288">
              <a:extLst>
                <a:ext uri="{FF2B5EF4-FFF2-40B4-BE49-F238E27FC236}">
                  <a16:creationId xmlns:a16="http://schemas.microsoft.com/office/drawing/2014/main" id="{2C1CE861-C315-B24A-9E4B-E04999CFB34D}"/>
                </a:ext>
              </a:extLst>
            </p:cNvPr>
            <p:cNvCxnSpPr>
              <a:cxnSpLocks/>
              <a:stCxn id="292" idx="2"/>
              <a:endCxn id="285" idx="0"/>
            </p:cNvCxnSpPr>
            <p:nvPr/>
          </p:nvCxnSpPr>
          <p:spPr>
            <a:xfrm>
              <a:off x="3839008" y="1026007"/>
              <a:ext cx="175272" cy="1238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箭头连接符 289">
              <a:extLst>
                <a:ext uri="{FF2B5EF4-FFF2-40B4-BE49-F238E27FC236}">
                  <a16:creationId xmlns:a16="http://schemas.microsoft.com/office/drawing/2014/main" id="{FA760E6A-2D6E-6F5C-3840-E37553C65386}"/>
                </a:ext>
              </a:extLst>
            </p:cNvPr>
            <p:cNvCxnSpPr>
              <a:cxnSpLocks/>
              <a:endCxn id="285" idx="0"/>
            </p:cNvCxnSpPr>
            <p:nvPr/>
          </p:nvCxnSpPr>
          <p:spPr>
            <a:xfrm>
              <a:off x="4013985" y="1028240"/>
              <a:ext cx="295" cy="1216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525D06E2-7F7E-4F65-2181-EBBF97A502A8}"/>
                </a:ext>
              </a:extLst>
            </p:cNvPr>
            <p:cNvCxnSpPr>
              <a:cxnSpLocks/>
              <a:endCxn id="286" idx="0"/>
            </p:cNvCxnSpPr>
            <p:nvPr/>
          </p:nvCxnSpPr>
          <p:spPr>
            <a:xfrm>
              <a:off x="4189551" y="1032050"/>
              <a:ext cx="0" cy="11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矩形 291">
              <a:extLst>
                <a:ext uri="{FF2B5EF4-FFF2-40B4-BE49-F238E27FC236}">
                  <a16:creationId xmlns:a16="http://schemas.microsoft.com/office/drawing/2014/main" id="{629DAAEA-06B4-1CA4-03F1-B119E124A67B}"/>
                </a:ext>
              </a:extLst>
            </p:cNvPr>
            <p:cNvSpPr/>
            <p:nvPr/>
          </p:nvSpPr>
          <p:spPr>
            <a:xfrm>
              <a:off x="3421087" y="905823"/>
              <a:ext cx="835842" cy="12018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V-Log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96" name="等腰三角形 295">
              <a:extLst>
                <a:ext uri="{FF2B5EF4-FFF2-40B4-BE49-F238E27FC236}">
                  <a16:creationId xmlns:a16="http://schemas.microsoft.com/office/drawing/2014/main" id="{A68711B6-E633-71A5-D50C-C53C815BAFF5}"/>
                </a:ext>
              </a:extLst>
            </p:cNvPr>
            <p:cNvSpPr/>
            <p:nvPr/>
          </p:nvSpPr>
          <p:spPr>
            <a:xfrm>
              <a:off x="3421086" y="680650"/>
              <a:ext cx="835843" cy="157756"/>
            </a:xfrm>
            <a:prstGeom prst="triangl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K-DHT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EE7186B3-036B-C9C2-702D-7A0BCEA85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9008" y="680650"/>
              <a:ext cx="0" cy="40177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1FE3346-CD26-25A6-2079-F2C367D67D54}"/>
                </a:ext>
              </a:extLst>
            </p:cNvPr>
            <p:cNvSpPr txBox="1"/>
            <p:nvPr/>
          </p:nvSpPr>
          <p:spPr>
            <a:xfrm>
              <a:off x="3420507" y="1317308"/>
              <a:ext cx="83584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(d) FDM-Log Mem</a:t>
              </a:r>
              <a:endParaRPr lang="zh-CN" altLang="en-US" sz="800" dirty="0"/>
            </a:p>
          </p:txBody>
        </p:sp>
        <p:sp>
          <p:nvSpPr>
            <p:cNvPr id="307" name="直角三角形 306">
              <a:extLst>
                <a:ext uri="{FF2B5EF4-FFF2-40B4-BE49-F238E27FC236}">
                  <a16:creationId xmlns:a16="http://schemas.microsoft.com/office/drawing/2014/main" id="{450349FB-8D92-D7B9-5CC0-3C94C3CB73A3}"/>
                </a:ext>
              </a:extLst>
            </p:cNvPr>
            <p:cNvSpPr/>
            <p:nvPr/>
          </p:nvSpPr>
          <p:spPr>
            <a:xfrm>
              <a:off x="4933137" y="679972"/>
              <a:ext cx="414534" cy="157756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8" name="直接连接符 307">
              <a:extLst>
                <a:ext uri="{FF2B5EF4-FFF2-40B4-BE49-F238E27FC236}">
                  <a16:creationId xmlns:a16="http://schemas.microsoft.com/office/drawing/2014/main" id="{8022B142-EBF2-6D77-ECBE-4A6CEB5420DE}"/>
                </a:ext>
              </a:extLst>
            </p:cNvPr>
            <p:cNvCxnSpPr>
              <a:cxnSpLocks/>
            </p:cNvCxnSpPr>
            <p:nvPr/>
          </p:nvCxnSpPr>
          <p:spPr>
            <a:xfrm>
              <a:off x="4377377" y="871712"/>
              <a:ext cx="552656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文本框 308">
              <a:extLst>
                <a:ext uri="{FF2B5EF4-FFF2-40B4-BE49-F238E27FC236}">
                  <a16:creationId xmlns:a16="http://schemas.microsoft.com/office/drawing/2014/main" id="{26E9D778-33C8-3F83-24C8-FA367AEB1B56}"/>
                </a:ext>
              </a:extLst>
            </p:cNvPr>
            <p:cNvSpPr txBox="1"/>
            <p:nvPr/>
          </p:nvSpPr>
          <p:spPr>
            <a:xfrm rot="16200000">
              <a:off x="4325303" y="1061330"/>
              <a:ext cx="185101" cy="1074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PM</a:t>
              </a:r>
              <a:endParaRPr lang="zh-CN" altLang="en-US" sz="800" dirty="0"/>
            </a:p>
          </p:txBody>
        </p:sp>
        <p:sp>
          <p:nvSpPr>
            <p:cNvPr id="310" name="文本框 309">
              <a:extLst>
                <a:ext uri="{FF2B5EF4-FFF2-40B4-BE49-F238E27FC236}">
                  <a16:creationId xmlns:a16="http://schemas.microsoft.com/office/drawing/2014/main" id="{244D52EA-82B6-6A4C-0A67-D976AD9FB88D}"/>
                </a:ext>
              </a:extLst>
            </p:cNvPr>
            <p:cNvSpPr txBox="1"/>
            <p:nvPr/>
          </p:nvSpPr>
          <p:spPr>
            <a:xfrm>
              <a:off x="4364107" y="659344"/>
              <a:ext cx="29719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DRAM</a:t>
              </a:r>
              <a:endParaRPr lang="zh-CN" altLang="en-US" sz="800" dirty="0"/>
            </a:p>
          </p:txBody>
        </p:sp>
        <p:sp>
          <p:nvSpPr>
            <p:cNvPr id="311" name="矩形 310">
              <a:extLst>
                <a:ext uri="{FF2B5EF4-FFF2-40B4-BE49-F238E27FC236}">
                  <a16:creationId xmlns:a16="http://schemas.microsoft.com/office/drawing/2014/main" id="{9CD6A694-B02A-0BDD-B0AB-E0186FD67333}"/>
                </a:ext>
              </a:extLst>
            </p:cNvPr>
            <p:cNvSpPr/>
            <p:nvPr/>
          </p:nvSpPr>
          <p:spPr>
            <a:xfrm>
              <a:off x="4512112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12" name="矩形 311">
              <a:extLst>
                <a:ext uri="{FF2B5EF4-FFF2-40B4-BE49-F238E27FC236}">
                  <a16:creationId xmlns:a16="http://schemas.microsoft.com/office/drawing/2014/main" id="{34D04DE4-CFC3-F3A5-10D0-FBE8A8AF6A99}"/>
                </a:ext>
              </a:extLst>
            </p:cNvPr>
            <p:cNvSpPr/>
            <p:nvPr/>
          </p:nvSpPr>
          <p:spPr>
            <a:xfrm>
              <a:off x="4687383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13" name="矩形 312">
              <a:extLst>
                <a:ext uri="{FF2B5EF4-FFF2-40B4-BE49-F238E27FC236}">
                  <a16:creationId xmlns:a16="http://schemas.microsoft.com/office/drawing/2014/main" id="{2597D012-4EB3-5DA8-E117-12A9F2C5C305}"/>
                </a:ext>
              </a:extLst>
            </p:cNvPr>
            <p:cNvSpPr/>
            <p:nvPr/>
          </p:nvSpPr>
          <p:spPr>
            <a:xfrm>
              <a:off x="5037926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id="{1E1720DC-1708-DABF-1FB5-49A02196679A}"/>
                </a:ext>
              </a:extLst>
            </p:cNvPr>
            <p:cNvSpPr/>
            <p:nvPr/>
          </p:nvSpPr>
          <p:spPr>
            <a:xfrm>
              <a:off x="5213197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315" name="直接箭头连接符 314">
              <a:extLst>
                <a:ext uri="{FF2B5EF4-FFF2-40B4-BE49-F238E27FC236}">
                  <a16:creationId xmlns:a16="http://schemas.microsoft.com/office/drawing/2014/main" id="{A6C9E36C-FF7D-1624-D641-7826AAF1DF67}"/>
                </a:ext>
              </a:extLst>
            </p:cNvPr>
            <p:cNvCxnSpPr>
              <a:cxnSpLocks/>
              <a:endCxn id="311" idx="0"/>
            </p:cNvCxnSpPr>
            <p:nvPr/>
          </p:nvCxnSpPr>
          <p:spPr>
            <a:xfrm>
              <a:off x="4579492" y="1022525"/>
              <a:ext cx="0" cy="1273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接箭头连接符 315">
              <a:extLst>
                <a:ext uri="{FF2B5EF4-FFF2-40B4-BE49-F238E27FC236}">
                  <a16:creationId xmlns:a16="http://schemas.microsoft.com/office/drawing/2014/main" id="{84923708-3F03-5966-7A16-3B9E0A1AD162}"/>
                </a:ext>
              </a:extLst>
            </p:cNvPr>
            <p:cNvCxnSpPr>
              <a:cxnSpLocks/>
              <a:endCxn id="312" idx="0"/>
            </p:cNvCxnSpPr>
            <p:nvPr/>
          </p:nvCxnSpPr>
          <p:spPr>
            <a:xfrm>
              <a:off x="4754763" y="1026335"/>
              <a:ext cx="0" cy="1235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箭头连接符 316">
              <a:extLst>
                <a:ext uri="{FF2B5EF4-FFF2-40B4-BE49-F238E27FC236}">
                  <a16:creationId xmlns:a16="http://schemas.microsoft.com/office/drawing/2014/main" id="{3E322E65-D1BD-B7E7-A916-47122AB1922A}"/>
                </a:ext>
              </a:extLst>
            </p:cNvPr>
            <p:cNvCxnSpPr>
              <a:cxnSpLocks/>
              <a:stCxn id="320" idx="2"/>
              <a:endCxn id="313" idx="0"/>
            </p:cNvCxnSpPr>
            <p:nvPr/>
          </p:nvCxnSpPr>
          <p:spPr>
            <a:xfrm>
              <a:off x="4930033" y="1026007"/>
              <a:ext cx="175272" cy="1238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接箭头连接符 317">
              <a:extLst>
                <a:ext uri="{FF2B5EF4-FFF2-40B4-BE49-F238E27FC236}">
                  <a16:creationId xmlns:a16="http://schemas.microsoft.com/office/drawing/2014/main" id="{4945AEA0-E1BD-FC72-3AE1-9228591CF130}"/>
                </a:ext>
              </a:extLst>
            </p:cNvPr>
            <p:cNvCxnSpPr>
              <a:cxnSpLocks/>
              <a:endCxn id="313" idx="0"/>
            </p:cNvCxnSpPr>
            <p:nvPr/>
          </p:nvCxnSpPr>
          <p:spPr>
            <a:xfrm>
              <a:off x="5105010" y="1028240"/>
              <a:ext cx="295" cy="1216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箭头连接符 318">
              <a:extLst>
                <a:ext uri="{FF2B5EF4-FFF2-40B4-BE49-F238E27FC236}">
                  <a16:creationId xmlns:a16="http://schemas.microsoft.com/office/drawing/2014/main" id="{1F1A4487-FA0B-A815-823A-016179EC07A5}"/>
                </a:ext>
              </a:extLst>
            </p:cNvPr>
            <p:cNvCxnSpPr>
              <a:cxnSpLocks/>
              <a:endCxn id="314" idx="0"/>
            </p:cNvCxnSpPr>
            <p:nvPr/>
          </p:nvCxnSpPr>
          <p:spPr>
            <a:xfrm>
              <a:off x="5280577" y="1032050"/>
              <a:ext cx="0" cy="11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0" name="矩形 319">
              <a:extLst>
                <a:ext uri="{FF2B5EF4-FFF2-40B4-BE49-F238E27FC236}">
                  <a16:creationId xmlns:a16="http://schemas.microsoft.com/office/drawing/2014/main" id="{095D0CBA-1968-8B61-0023-93791154B613}"/>
                </a:ext>
              </a:extLst>
            </p:cNvPr>
            <p:cNvSpPr/>
            <p:nvPr/>
          </p:nvSpPr>
          <p:spPr>
            <a:xfrm>
              <a:off x="4512112" y="905823"/>
              <a:ext cx="835842" cy="12018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V-Log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21" name="等腰三角形 320">
              <a:extLst>
                <a:ext uri="{FF2B5EF4-FFF2-40B4-BE49-F238E27FC236}">
                  <a16:creationId xmlns:a16="http://schemas.microsoft.com/office/drawing/2014/main" id="{3BF1107C-3716-2B7D-DAFF-F09AFD48284E}"/>
                </a:ext>
              </a:extLst>
            </p:cNvPr>
            <p:cNvSpPr/>
            <p:nvPr/>
          </p:nvSpPr>
          <p:spPr>
            <a:xfrm>
              <a:off x="4512111" y="680650"/>
              <a:ext cx="835843" cy="157756"/>
            </a:xfrm>
            <a:prstGeom prst="triangl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K-DHT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85603513-DEF2-19C9-AAE9-F7A549E49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0033" y="680650"/>
              <a:ext cx="0" cy="18376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F3DE0E7-0C1B-5F9E-65D1-F5F4CF2C1CA2}"/>
                </a:ext>
              </a:extLst>
            </p:cNvPr>
            <p:cNvSpPr txBox="1"/>
            <p:nvPr/>
          </p:nvSpPr>
          <p:spPr>
            <a:xfrm>
              <a:off x="4269475" y="1317308"/>
              <a:ext cx="1264078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(e) Light-Dedup/FDM-Hybrid</a:t>
              </a:r>
              <a:endParaRPr lang="zh-CN" altLang="en-US" sz="800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A35DB91-E6BF-B107-BD06-89DD605CE685}"/>
                </a:ext>
              </a:extLst>
            </p:cNvPr>
            <p:cNvSpPr/>
            <p:nvPr/>
          </p:nvSpPr>
          <p:spPr>
            <a:xfrm>
              <a:off x="5572896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EB0630C2-F382-957D-829D-F87D6D1EC006}"/>
                </a:ext>
              </a:extLst>
            </p:cNvPr>
            <p:cNvSpPr/>
            <p:nvPr/>
          </p:nvSpPr>
          <p:spPr>
            <a:xfrm>
              <a:off x="5572895" y="680650"/>
              <a:ext cx="835843" cy="310759"/>
            </a:xfrm>
            <a:prstGeom prst="triangle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KV-SHT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A6A0F2E-EAAB-862F-446F-CD90B17064A0}"/>
                </a:ext>
              </a:extLst>
            </p:cNvPr>
            <p:cNvSpPr/>
            <p:nvPr/>
          </p:nvSpPr>
          <p:spPr>
            <a:xfrm>
              <a:off x="5923439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351185B-282A-D5FA-38FF-7352910721DB}"/>
                </a:ext>
              </a:extLst>
            </p:cNvPr>
            <p:cNvSpPr/>
            <p:nvPr/>
          </p:nvSpPr>
          <p:spPr>
            <a:xfrm>
              <a:off x="6098710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1CC7503-0A07-36D3-5FF5-EECA62C1863B}"/>
                </a:ext>
              </a:extLst>
            </p:cNvPr>
            <p:cNvSpPr/>
            <p:nvPr/>
          </p:nvSpPr>
          <p:spPr>
            <a:xfrm>
              <a:off x="6273981" y="1149843"/>
              <a:ext cx="13475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624E1233-93E1-81A2-0832-1B93DCBF3C9B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 flipH="1">
              <a:off x="5640276" y="991410"/>
              <a:ext cx="846" cy="15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C94081C1-923F-A8C4-CA3A-4D3D6349C6F2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 flipH="1">
              <a:off x="5640276" y="991410"/>
              <a:ext cx="176116" cy="15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D1C2138D-17AB-D708-4BDA-9879179520ED}"/>
                </a:ext>
              </a:extLst>
            </p:cNvPr>
            <p:cNvCxnSpPr>
              <a:cxnSpLocks/>
              <a:stCxn id="20" idx="3"/>
              <a:endCxn id="22" idx="0"/>
            </p:cNvCxnSpPr>
            <p:nvPr/>
          </p:nvCxnSpPr>
          <p:spPr>
            <a:xfrm>
              <a:off x="5990817" y="991409"/>
              <a:ext cx="1" cy="1584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A2562AC-F4EF-1C3A-7219-21B4B0FF55FF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6165242" y="992088"/>
              <a:ext cx="847" cy="1577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345F400B-7C63-5952-FF8D-6C57AF359BFF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6339667" y="992088"/>
              <a:ext cx="1694" cy="1577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CDC6FBAA-4E7A-13CA-18EC-1E94B3A60F7B}"/>
                </a:ext>
              </a:extLst>
            </p:cNvPr>
            <p:cNvSpPr txBox="1"/>
            <p:nvPr/>
          </p:nvSpPr>
          <p:spPr>
            <a:xfrm>
              <a:off x="5572895" y="1317308"/>
              <a:ext cx="70801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(f) FDM-SHT</a:t>
              </a:r>
              <a:endParaRPr lang="zh-CN" altLang="en-US" sz="800" dirty="0"/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8A4D7C6E-69D8-1379-8547-B87B219C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6840" y="554736"/>
              <a:ext cx="0" cy="885683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43641360-6BD0-D0FA-CCFD-E79B9C5A08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7045" y="548640"/>
              <a:ext cx="0" cy="891779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B5BAD36A-D278-4FD6-BF55-B072B68B8872}"/>
                </a:ext>
              </a:extLst>
            </p:cNvPr>
            <p:cNvSpPr txBox="1"/>
            <p:nvPr/>
          </p:nvSpPr>
          <p:spPr>
            <a:xfrm>
              <a:off x="5575490" y="659344"/>
              <a:ext cx="29719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800" dirty="0"/>
                <a:t>PM</a:t>
              </a:r>
              <a:endParaRPr lang="zh-CN" altLang="en-US" sz="800" dirty="0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E8E12DB-2DB3-6926-433E-8FE09C97E391}"/>
                </a:ext>
              </a:extLst>
            </p:cNvPr>
            <p:cNvSpPr txBox="1"/>
            <p:nvPr/>
          </p:nvSpPr>
          <p:spPr>
            <a:xfrm>
              <a:off x="148005" y="511724"/>
              <a:ext cx="1926868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b="1" dirty="0"/>
                <a:t>Memory-sufficient Scenarios (e.g., Server)</a:t>
              </a:r>
              <a:endParaRPr lang="zh-CN" altLang="en-US" sz="800" b="1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CF8FF44A-A68B-29EC-5963-602611608AFB}"/>
                </a:ext>
              </a:extLst>
            </p:cNvPr>
            <p:cNvSpPr txBox="1"/>
            <p:nvPr/>
          </p:nvSpPr>
          <p:spPr>
            <a:xfrm>
              <a:off x="2872078" y="511724"/>
              <a:ext cx="1926868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b="1" dirty="0"/>
                <a:t>Memory-restricted Scenarios (e.g., PC)</a:t>
              </a:r>
              <a:endParaRPr lang="zh-CN" altLang="en-US" sz="800" b="1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EBF9EC37-495B-4A58-3359-3C5EBDC6C5A4}"/>
                </a:ext>
              </a:extLst>
            </p:cNvPr>
            <p:cNvSpPr txBox="1"/>
            <p:nvPr/>
          </p:nvSpPr>
          <p:spPr>
            <a:xfrm>
              <a:off x="5572894" y="511724"/>
              <a:ext cx="83584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b="1" dirty="0"/>
                <a:t>Memory-scares</a:t>
              </a:r>
              <a:endParaRPr lang="zh-CN" altLang="en-US" sz="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643391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EFD4CC87-D464-7E00-8410-5D8C7ED5C30C}"/>
              </a:ext>
            </a:extLst>
          </p:cNvPr>
          <p:cNvGrpSpPr/>
          <p:nvPr/>
        </p:nvGrpSpPr>
        <p:grpSpPr>
          <a:xfrm>
            <a:off x="-7808" y="294775"/>
            <a:ext cx="6416547" cy="934250"/>
            <a:chOff x="-7808" y="506169"/>
            <a:chExt cx="6416547" cy="934250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57F05F60-A5CF-D027-F17B-38F499E2F62D}"/>
                </a:ext>
              </a:extLst>
            </p:cNvPr>
            <p:cNvSpPr/>
            <p:nvPr/>
          </p:nvSpPr>
          <p:spPr>
            <a:xfrm>
              <a:off x="148018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DDF949C-E6CC-C18F-189B-985CF09795A0}"/>
                </a:ext>
              </a:extLst>
            </p:cNvPr>
            <p:cNvCxnSpPr>
              <a:cxnSpLocks/>
            </p:cNvCxnSpPr>
            <p:nvPr/>
          </p:nvCxnSpPr>
          <p:spPr>
            <a:xfrm>
              <a:off x="3" y="1082425"/>
              <a:ext cx="983915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0B50CF05-FE99-DF21-CC89-D2CBEFB6C957}"/>
                </a:ext>
              </a:extLst>
            </p:cNvPr>
            <p:cNvSpPr txBox="1"/>
            <p:nvPr/>
          </p:nvSpPr>
          <p:spPr>
            <a:xfrm rot="16200000">
              <a:off x="-108464" y="1216085"/>
              <a:ext cx="324431" cy="1231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Storage</a:t>
              </a:r>
              <a:endParaRPr lang="zh-CN" altLang="en-US" sz="800" dirty="0"/>
            </a:p>
          </p:txBody>
        </p:sp>
        <p:sp>
          <p:nvSpPr>
            <p:cNvPr id="3" name="等腰三角形 2">
              <a:extLst>
                <a:ext uri="{FF2B5EF4-FFF2-40B4-BE49-F238E27FC236}">
                  <a16:creationId xmlns:a16="http://schemas.microsoft.com/office/drawing/2014/main" id="{0B4A548C-A986-3A40-FBDD-C1DC8014D372}"/>
                </a:ext>
              </a:extLst>
            </p:cNvPr>
            <p:cNvSpPr/>
            <p:nvPr/>
          </p:nvSpPr>
          <p:spPr>
            <a:xfrm>
              <a:off x="148016" y="680650"/>
              <a:ext cx="835900" cy="310759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KV-DHT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9E6903C-7B5D-429D-0CFB-701222C33C27}"/>
                </a:ext>
              </a:extLst>
            </p:cNvPr>
            <p:cNvSpPr txBox="1"/>
            <p:nvPr/>
          </p:nvSpPr>
          <p:spPr>
            <a:xfrm rot="16200000">
              <a:off x="-132578" y="784112"/>
              <a:ext cx="372659" cy="1231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Memory</a:t>
              </a:r>
              <a:endParaRPr lang="zh-CN" altLang="en-US" sz="800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CF53D33-0EB7-0390-4310-6E292334339F}"/>
                </a:ext>
              </a:extLst>
            </p:cNvPr>
            <p:cNvSpPr/>
            <p:nvPr/>
          </p:nvSpPr>
          <p:spPr>
            <a:xfrm>
              <a:off x="498585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DB8F18D-5445-6A48-617F-6C8F729AE544}"/>
                </a:ext>
              </a:extLst>
            </p:cNvPr>
            <p:cNvSpPr/>
            <p:nvPr/>
          </p:nvSpPr>
          <p:spPr>
            <a:xfrm>
              <a:off x="673867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14C5293-493C-B48B-03D2-C9F62F15353D}"/>
                </a:ext>
              </a:extLst>
            </p:cNvPr>
            <p:cNvSpPr/>
            <p:nvPr/>
          </p:nvSpPr>
          <p:spPr>
            <a:xfrm>
              <a:off x="849151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22A89687-C85A-A581-2E2D-6282D40A8D3F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 flipH="1">
              <a:off x="215401" y="991410"/>
              <a:ext cx="846" cy="15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6F9B96AA-5489-CF40-A937-6A37AFDE4607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 flipH="1">
              <a:off x="215401" y="991410"/>
              <a:ext cx="176128" cy="15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4C9E0607-9F5F-41BC-3550-82B73D153AD3}"/>
                </a:ext>
              </a:extLst>
            </p:cNvPr>
            <p:cNvCxnSpPr>
              <a:cxnSpLocks/>
              <a:stCxn id="3" idx="3"/>
              <a:endCxn id="8" idx="0"/>
            </p:cNvCxnSpPr>
            <p:nvPr/>
          </p:nvCxnSpPr>
          <p:spPr>
            <a:xfrm>
              <a:off x="565967" y="991409"/>
              <a:ext cx="1" cy="1584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95A8F07C-ED62-F073-47D2-51E6050837E4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740404" y="992088"/>
              <a:ext cx="848" cy="1577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8194D87A-B855-4EAA-9379-072E904308D3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914841" y="992088"/>
              <a:ext cx="1694" cy="1577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68CB5AC-3F1B-B98D-EE31-6AEE6CC1A584}"/>
                </a:ext>
              </a:extLst>
            </p:cNvPr>
            <p:cNvSpPr txBox="1"/>
            <p:nvPr/>
          </p:nvSpPr>
          <p:spPr>
            <a:xfrm>
              <a:off x="148015" y="1317308"/>
              <a:ext cx="83590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(a) </a:t>
              </a:r>
              <a:r>
                <a:rPr lang="en-US" altLang="zh-CN" sz="800" dirty="0" err="1"/>
                <a:t>GogetaFS</a:t>
              </a:r>
              <a:endParaRPr lang="zh-CN" altLang="en-US" sz="800" dirty="0"/>
            </a:p>
          </p:txBody>
        </p:sp>
        <p:sp>
          <p:nvSpPr>
            <p:cNvPr id="263" name="直角三角形 262">
              <a:extLst>
                <a:ext uri="{FF2B5EF4-FFF2-40B4-BE49-F238E27FC236}">
                  <a16:creationId xmlns:a16="http://schemas.microsoft.com/office/drawing/2014/main" id="{C8B6F21B-FE26-6191-8694-E8543519D489}"/>
                </a:ext>
              </a:extLst>
            </p:cNvPr>
            <p:cNvSpPr/>
            <p:nvPr/>
          </p:nvSpPr>
          <p:spPr>
            <a:xfrm>
              <a:off x="1670299" y="679972"/>
              <a:ext cx="414563" cy="311424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71674A19-B001-F4BF-3102-68AA2DFF6BB7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05" y="1082425"/>
              <a:ext cx="552694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D4A87F81-F603-9762-68EE-239D0440EEE4}"/>
                </a:ext>
              </a:extLst>
            </p:cNvPr>
            <p:cNvSpPr/>
            <p:nvPr/>
          </p:nvSpPr>
          <p:spPr>
            <a:xfrm>
              <a:off x="1252350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51" name="等腰三角形 250">
              <a:extLst>
                <a:ext uri="{FF2B5EF4-FFF2-40B4-BE49-F238E27FC236}">
                  <a16:creationId xmlns:a16="http://schemas.microsoft.com/office/drawing/2014/main" id="{E7BC9964-EAA9-ED8C-5F33-938C80BE7A4D}"/>
                </a:ext>
              </a:extLst>
            </p:cNvPr>
            <p:cNvSpPr/>
            <p:nvPr/>
          </p:nvSpPr>
          <p:spPr>
            <a:xfrm>
              <a:off x="1252348" y="680650"/>
              <a:ext cx="835900" cy="310759"/>
            </a:xfrm>
            <a:prstGeom prst="triangl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KV-DHT</a:t>
              </a:r>
            </a:p>
          </p:txBody>
        </p: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4C49DBC2-53F2-1E1E-5B16-73C405590307}"/>
                </a:ext>
              </a:extLst>
            </p:cNvPr>
            <p:cNvSpPr/>
            <p:nvPr/>
          </p:nvSpPr>
          <p:spPr>
            <a:xfrm>
              <a:off x="1602917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17442167-F1A2-F045-0B87-607BC6030DA4}"/>
                </a:ext>
              </a:extLst>
            </p:cNvPr>
            <p:cNvSpPr/>
            <p:nvPr/>
          </p:nvSpPr>
          <p:spPr>
            <a:xfrm>
              <a:off x="1778199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EC597921-9503-D4CC-0162-814A566B3A3D}"/>
                </a:ext>
              </a:extLst>
            </p:cNvPr>
            <p:cNvSpPr/>
            <p:nvPr/>
          </p:nvSpPr>
          <p:spPr>
            <a:xfrm>
              <a:off x="1953483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CABFF7D5-FCD9-D8D3-9FD9-9990EDE1F0B0}"/>
                </a:ext>
              </a:extLst>
            </p:cNvPr>
            <p:cNvCxnSpPr>
              <a:cxnSpLocks/>
              <a:endCxn id="248" idx="0"/>
            </p:cNvCxnSpPr>
            <p:nvPr/>
          </p:nvCxnSpPr>
          <p:spPr>
            <a:xfrm flipH="1">
              <a:off x="1319733" y="991410"/>
              <a:ext cx="846" cy="15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箭头连接符 256">
              <a:extLst>
                <a:ext uri="{FF2B5EF4-FFF2-40B4-BE49-F238E27FC236}">
                  <a16:creationId xmlns:a16="http://schemas.microsoft.com/office/drawing/2014/main" id="{41526B4B-8946-3B5A-7BA5-F76FE45E894A}"/>
                </a:ext>
              </a:extLst>
            </p:cNvPr>
            <p:cNvCxnSpPr>
              <a:cxnSpLocks/>
              <a:endCxn id="248" idx="0"/>
            </p:cNvCxnSpPr>
            <p:nvPr/>
          </p:nvCxnSpPr>
          <p:spPr>
            <a:xfrm flipH="1">
              <a:off x="1319733" y="991410"/>
              <a:ext cx="176128" cy="15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箭头连接符 258">
              <a:extLst>
                <a:ext uri="{FF2B5EF4-FFF2-40B4-BE49-F238E27FC236}">
                  <a16:creationId xmlns:a16="http://schemas.microsoft.com/office/drawing/2014/main" id="{14431F63-FD5F-CDC8-7765-9182F5ADB0BF}"/>
                </a:ext>
              </a:extLst>
            </p:cNvPr>
            <p:cNvCxnSpPr>
              <a:cxnSpLocks/>
              <a:endCxn id="254" idx="0"/>
            </p:cNvCxnSpPr>
            <p:nvPr/>
          </p:nvCxnSpPr>
          <p:spPr>
            <a:xfrm>
              <a:off x="1844736" y="992088"/>
              <a:ext cx="848" cy="1577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箭头连接符 259">
              <a:extLst>
                <a:ext uri="{FF2B5EF4-FFF2-40B4-BE49-F238E27FC236}">
                  <a16:creationId xmlns:a16="http://schemas.microsoft.com/office/drawing/2014/main" id="{5A23F9DE-B911-9B50-AFB7-3E4A13B01A89}"/>
                </a:ext>
              </a:extLst>
            </p:cNvPr>
            <p:cNvCxnSpPr>
              <a:cxnSpLocks/>
              <a:endCxn id="255" idx="0"/>
            </p:cNvCxnSpPr>
            <p:nvPr/>
          </p:nvCxnSpPr>
          <p:spPr>
            <a:xfrm>
              <a:off x="2019173" y="992088"/>
              <a:ext cx="1694" cy="1577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F3CCE3D0-D928-0BDD-6ADC-F2C1F94D2CA3}"/>
                </a:ext>
              </a:extLst>
            </p:cNvPr>
            <p:cNvCxnSpPr>
              <a:cxnSpLocks/>
              <a:endCxn id="251" idx="0"/>
            </p:cNvCxnSpPr>
            <p:nvPr/>
          </p:nvCxnSpPr>
          <p:spPr>
            <a:xfrm flipV="1">
              <a:off x="1670299" y="680650"/>
              <a:ext cx="0" cy="40177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4D86D53-05CB-DF69-C6B1-25EC3A2EBD90}"/>
                </a:ext>
              </a:extLst>
            </p:cNvPr>
            <p:cNvSpPr txBox="1"/>
            <p:nvPr/>
          </p:nvSpPr>
          <p:spPr>
            <a:xfrm>
              <a:off x="1248960" y="1317308"/>
              <a:ext cx="83590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(b) </a:t>
              </a:r>
              <a:r>
                <a:rPr lang="en-US" altLang="zh-CN" sz="800" dirty="0" err="1"/>
                <a:t>GogetaFS</a:t>
              </a:r>
              <a:r>
                <a:rPr lang="en-US" altLang="zh-CN" sz="800" dirty="0"/>
                <a:t> (Reg)</a:t>
              </a:r>
              <a:endParaRPr lang="zh-CN" altLang="en-US" sz="800" dirty="0"/>
            </a:p>
          </p:txBody>
        </p:sp>
        <p:sp>
          <p:nvSpPr>
            <p:cNvPr id="305" name="矩形 304">
              <a:extLst>
                <a:ext uri="{FF2B5EF4-FFF2-40B4-BE49-F238E27FC236}">
                  <a16:creationId xmlns:a16="http://schemas.microsoft.com/office/drawing/2014/main" id="{C81D07CC-5EC2-9146-71E3-519E5801E2EF}"/>
                </a:ext>
              </a:extLst>
            </p:cNvPr>
            <p:cNvSpPr/>
            <p:nvPr/>
          </p:nvSpPr>
          <p:spPr>
            <a:xfrm>
              <a:off x="2761400" y="908053"/>
              <a:ext cx="417370" cy="11447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直角三角形 296">
              <a:extLst>
                <a:ext uri="{FF2B5EF4-FFF2-40B4-BE49-F238E27FC236}">
                  <a16:creationId xmlns:a16="http://schemas.microsoft.com/office/drawing/2014/main" id="{6C5B9F57-FD36-6C59-BA20-0B3AD1CE5FD0}"/>
                </a:ext>
              </a:extLst>
            </p:cNvPr>
            <p:cNvSpPr/>
            <p:nvPr/>
          </p:nvSpPr>
          <p:spPr>
            <a:xfrm>
              <a:off x="2764504" y="679972"/>
              <a:ext cx="414563" cy="157756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60E3715C-E1A2-13B9-4E1C-738E7D3B7BD7}"/>
                </a:ext>
              </a:extLst>
            </p:cNvPr>
            <p:cNvCxnSpPr>
              <a:cxnSpLocks/>
            </p:cNvCxnSpPr>
            <p:nvPr/>
          </p:nvCxnSpPr>
          <p:spPr>
            <a:xfrm>
              <a:off x="2208706" y="1082425"/>
              <a:ext cx="552694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矩形 282">
              <a:extLst>
                <a:ext uri="{FF2B5EF4-FFF2-40B4-BE49-F238E27FC236}">
                  <a16:creationId xmlns:a16="http://schemas.microsoft.com/office/drawing/2014/main" id="{8E7A572B-F286-EC4B-C632-2F12CE0377A5}"/>
                </a:ext>
              </a:extLst>
            </p:cNvPr>
            <p:cNvSpPr/>
            <p:nvPr/>
          </p:nvSpPr>
          <p:spPr>
            <a:xfrm>
              <a:off x="2343451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84" name="矩形 283">
              <a:extLst>
                <a:ext uri="{FF2B5EF4-FFF2-40B4-BE49-F238E27FC236}">
                  <a16:creationId xmlns:a16="http://schemas.microsoft.com/office/drawing/2014/main" id="{D3455FA2-9E53-41A6-79F3-A796E5627136}"/>
                </a:ext>
              </a:extLst>
            </p:cNvPr>
            <p:cNvSpPr/>
            <p:nvPr/>
          </p:nvSpPr>
          <p:spPr>
            <a:xfrm>
              <a:off x="2518734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85" name="矩形 284">
              <a:extLst>
                <a:ext uri="{FF2B5EF4-FFF2-40B4-BE49-F238E27FC236}">
                  <a16:creationId xmlns:a16="http://schemas.microsoft.com/office/drawing/2014/main" id="{6FCB39E2-2230-BDA3-C592-A367B15806DF}"/>
                </a:ext>
              </a:extLst>
            </p:cNvPr>
            <p:cNvSpPr/>
            <p:nvPr/>
          </p:nvSpPr>
          <p:spPr>
            <a:xfrm>
              <a:off x="2869301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86" name="矩形 285">
              <a:extLst>
                <a:ext uri="{FF2B5EF4-FFF2-40B4-BE49-F238E27FC236}">
                  <a16:creationId xmlns:a16="http://schemas.microsoft.com/office/drawing/2014/main" id="{74C8DBA9-4659-C5EA-83F0-B873E84F6568}"/>
                </a:ext>
              </a:extLst>
            </p:cNvPr>
            <p:cNvSpPr/>
            <p:nvPr/>
          </p:nvSpPr>
          <p:spPr>
            <a:xfrm>
              <a:off x="3044584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E99BA527-CC80-715D-71C1-4A7AFEEFF6A0}"/>
                </a:ext>
              </a:extLst>
            </p:cNvPr>
            <p:cNvCxnSpPr>
              <a:cxnSpLocks/>
              <a:endCxn id="283" idx="0"/>
            </p:cNvCxnSpPr>
            <p:nvPr/>
          </p:nvCxnSpPr>
          <p:spPr>
            <a:xfrm>
              <a:off x="2410834" y="1022525"/>
              <a:ext cx="0" cy="1273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箭头连接符 287">
              <a:extLst>
                <a:ext uri="{FF2B5EF4-FFF2-40B4-BE49-F238E27FC236}">
                  <a16:creationId xmlns:a16="http://schemas.microsoft.com/office/drawing/2014/main" id="{0EC0AFB5-21DF-D9FF-3283-FE2F5EAC9DCB}"/>
                </a:ext>
              </a:extLst>
            </p:cNvPr>
            <p:cNvCxnSpPr>
              <a:cxnSpLocks/>
              <a:endCxn id="284" idx="0"/>
            </p:cNvCxnSpPr>
            <p:nvPr/>
          </p:nvCxnSpPr>
          <p:spPr>
            <a:xfrm>
              <a:off x="2586119" y="1026335"/>
              <a:ext cx="0" cy="1235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箭头连接符 288">
              <a:extLst>
                <a:ext uri="{FF2B5EF4-FFF2-40B4-BE49-F238E27FC236}">
                  <a16:creationId xmlns:a16="http://schemas.microsoft.com/office/drawing/2014/main" id="{2C1CE861-C315-B24A-9E4B-E04999CFB34D}"/>
                </a:ext>
              </a:extLst>
            </p:cNvPr>
            <p:cNvCxnSpPr>
              <a:cxnSpLocks/>
              <a:stCxn id="292" idx="2"/>
              <a:endCxn id="285" idx="0"/>
            </p:cNvCxnSpPr>
            <p:nvPr/>
          </p:nvCxnSpPr>
          <p:spPr>
            <a:xfrm>
              <a:off x="2761400" y="1026007"/>
              <a:ext cx="175284" cy="1238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箭头连接符 289">
              <a:extLst>
                <a:ext uri="{FF2B5EF4-FFF2-40B4-BE49-F238E27FC236}">
                  <a16:creationId xmlns:a16="http://schemas.microsoft.com/office/drawing/2014/main" id="{FA760E6A-2D6E-6F5C-3840-E37553C65386}"/>
                </a:ext>
              </a:extLst>
            </p:cNvPr>
            <p:cNvCxnSpPr>
              <a:cxnSpLocks/>
              <a:endCxn id="285" idx="0"/>
            </p:cNvCxnSpPr>
            <p:nvPr/>
          </p:nvCxnSpPr>
          <p:spPr>
            <a:xfrm>
              <a:off x="2936389" y="1028240"/>
              <a:ext cx="295" cy="1216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525D06E2-7F7E-4F65-2181-EBBF97A502A8}"/>
                </a:ext>
              </a:extLst>
            </p:cNvPr>
            <p:cNvCxnSpPr>
              <a:cxnSpLocks/>
              <a:endCxn id="286" idx="0"/>
            </p:cNvCxnSpPr>
            <p:nvPr/>
          </p:nvCxnSpPr>
          <p:spPr>
            <a:xfrm>
              <a:off x="3111967" y="1032050"/>
              <a:ext cx="0" cy="11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矩形 291">
              <a:extLst>
                <a:ext uri="{FF2B5EF4-FFF2-40B4-BE49-F238E27FC236}">
                  <a16:creationId xmlns:a16="http://schemas.microsoft.com/office/drawing/2014/main" id="{629DAAEA-06B4-1CA4-03F1-B119E124A67B}"/>
                </a:ext>
              </a:extLst>
            </p:cNvPr>
            <p:cNvSpPr/>
            <p:nvPr/>
          </p:nvSpPr>
          <p:spPr>
            <a:xfrm>
              <a:off x="2343451" y="905823"/>
              <a:ext cx="835900" cy="12018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V-Log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96" name="等腰三角形 295">
              <a:extLst>
                <a:ext uri="{FF2B5EF4-FFF2-40B4-BE49-F238E27FC236}">
                  <a16:creationId xmlns:a16="http://schemas.microsoft.com/office/drawing/2014/main" id="{A68711B6-E633-71A5-D50C-C53C815BAFF5}"/>
                </a:ext>
              </a:extLst>
            </p:cNvPr>
            <p:cNvSpPr/>
            <p:nvPr/>
          </p:nvSpPr>
          <p:spPr>
            <a:xfrm>
              <a:off x="2343450" y="680650"/>
              <a:ext cx="835900" cy="157756"/>
            </a:xfrm>
            <a:prstGeom prst="triangl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K-DHT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EE7186B3-036B-C9C2-702D-7A0BCEA85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1400" y="680650"/>
              <a:ext cx="0" cy="40177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1FE3346-CD26-25A6-2079-F2C367D67D54}"/>
                </a:ext>
              </a:extLst>
            </p:cNvPr>
            <p:cNvSpPr txBox="1"/>
            <p:nvPr/>
          </p:nvSpPr>
          <p:spPr>
            <a:xfrm>
              <a:off x="2342871" y="1317308"/>
              <a:ext cx="83590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(c) </a:t>
              </a:r>
              <a:r>
                <a:rPr lang="en-US" altLang="zh-CN" sz="800" dirty="0" err="1"/>
                <a:t>GogetaLog</a:t>
              </a:r>
              <a:endParaRPr lang="zh-CN" altLang="en-US" sz="800" dirty="0"/>
            </a:p>
          </p:txBody>
        </p:sp>
        <p:sp>
          <p:nvSpPr>
            <p:cNvPr id="307" name="直角三角形 306">
              <a:extLst>
                <a:ext uri="{FF2B5EF4-FFF2-40B4-BE49-F238E27FC236}">
                  <a16:creationId xmlns:a16="http://schemas.microsoft.com/office/drawing/2014/main" id="{450349FB-8D92-D7B9-5CC0-3C94C3CB73A3}"/>
                </a:ext>
              </a:extLst>
            </p:cNvPr>
            <p:cNvSpPr/>
            <p:nvPr/>
          </p:nvSpPr>
          <p:spPr>
            <a:xfrm>
              <a:off x="3855604" y="679972"/>
              <a:ext cx="414563" cy="157756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8" name="直接连接符 307">
              <a:extLst>
                <a:ext uri="{FF2B5EF4-FFF2-40B4-BE49-F238E27FC236}">
                  <a16:creationId xmlns:a16="http://schemas.microsoft.com/office/drawing/2014/main" id="{8022B142-EBF2-6D77-ECBE-4A6CEB5420DE}"/>
                </a:ext>
              </a:extLst>
            </p:cNvPr>
            <p:cNvCxnSpPr>
              <a:cxnSpLocks/>
            </p:cNvCxnSpPr>
            <p:nvPr/>
          </p:nvCxnSpPr>
          <p:spPr>
            <a:xfrm>
              <a:off x="3299806" y="871712"/>
              <a:ext cx="552694" cy="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文本框 309">
              <a:extLst>
                <a:ext uri="{FF2B5EF4-FFF2-40B4-BE49-F238E27FC236}">
                  <a16:creationId xmlns:a16="http://schemas.microsoft.com/office/drawing/2014/main" id="{244D52EA-82B6-6A4C-0A67-D976AD9FB88D}"/>
                </a:ext>
              </a:extLst>
            </p:cNvPr>
            <p:cNvSpPr txBox="1"/>
            <p:nvPr/>
          </p:nvSpPr>
          <p:spPr>
            <a:xfrm>
              <a:off x="3180820" y="659344"/>
              <a:ext cx="45639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Memory</a:t>
              </a:r>
              <a:endParaRPr lang="zh-CN" altLang="en-US" sz="800" dirty="0"/>
            </a:p>
          </p:txBody>
        </p:sp>
        <p:sp>
          <p:nvSpPr>
            <p:cNvPr id="311" name="矩形 310">
              <a:extLst>
                <a:ext uri="{FF2B5EF4-FFF2-40B4-BE49-F238E27FC236}">
                  <a16:creationId xmlns:a16="http://schemas.microsoft.com/office/drawing/2014/main" id="{9CD6A694-B02A-0BDD-B0AB-E0186FD67333}"/>
                </a:ext>
              </a:extLst>
            </p:cNvPr>
            <p:cNvSpPr/>
            <p:nvPr/>
          </p:nvSpPr>
          <p:spPr>
            <a:xfrm>
              <a:off x="3434551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12" name="矩形 311">
              <a:extLst>
                <a:ext uri="{FF2B5EF4-FFF2-40B4-BE49-F238E27FC236}">
                  <a16:creationId xmlns:a16="http://schemas.microsoft.com/office/drawing/2014/main" id="{34D04DE4-CFC3-F3A5-10D0-FBE8A8AF6A99}"/>
                </a:ext>
              </a:extLst>
            </p:cNvPr>
            <p:cNvSpPr/>
            <p:nvPr/>
          </p:nvSpPr>
          <p:spPr>
            <a:xfrm>
              <a:off x="3609833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13" name="矩形 312">
              <a:extLst>
                <a:ext uri="{FF2B5EF4-FFF2-40B4-BE49-F238E27FC236}">
                  <a16:creationId xmlns:a16="http://schemas.microsoft.com/office/drawing/2014/main" id="{2597D012-4EB3-5DA8-E117-12A9F2C5C305}"/>
                </a:ext>
              </a:extLst>
            </p:cNvPr>
            <p:cNvSpPr/>
            <p:nvPr/>
          </p:nvSpPr>
          <p:spPr>
            <a:xfrm>
              <a:off x="3960400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id="{1E1720DC-1708-DABF-1FB5-49A02196679A}"/>
                </a:ext>
              </a:extLst>
            </p:cNvPr>
            <p:cNvSpPr/>
            <p:nvPr/>
          </p:nvSpPr>
          <p:spPr>
            <a:xfrm>
              <a:off x="4135684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315" name="直接箭头连接符 314">
              <a:extLst>
                <a:ext uri="{FF2B5EF4-FFF2-40B4-BE49-F238E27FC236}">
                  <a16:creationId xmlns:a16="http://schemas.microsoft.com/office/drawing/2014/main" id="{A6C9E36C-FF7D-1624-D641-7826AAF1DF67}"/>
                </a:ext>
              </a:extLst>
            </p:cNvPr>
            <p:cNvCxnSpPr>
              <a:cxnSpLocks/>
              <a:endCxn id="311" idx="0"/>
            </p:cNvCxnSpPr>
            <p:nvPr/>
          </p:nvCxnSpPr>
          <p:spPr>
            <a:xfrm>
              <a:off x="3501935" y="1022525"/>
              <a:ext cx="0" cy="1273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接箭头连接符 315">
              <a:extLst>
                <a:ext uri="{FF2B5EF4-FFF2-40B4-BE49-F238E27FC236}">
                  <a16:creationId xmlns:a16="http://schemas.microsoft.com/office/drawing/2014/main" id="{84923708-3F03-5966-7A16-3B9E0A1AD162}"/>
                </a:ext>
              </a:extLst>
            </p:cNvPr>
            <p:cNvCxnSpPr>
              <a:cxnSpLocks/>
              <a:endCxn id="312" idx="0"/>
            </p:cNvCxnSpPr>
            <p:nvPr/>
          </p:nvCxnSpPr>
          <p:spPr>
            <a:xfrm>
              <a:off x="3677219" y="1026335"/>
              <a:ext cx="0" cy="1235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箭头连接符 316">
              <a:extLst>
                <a:ext uri="{FF2B5EF4-FFF2-40B4-BE49-F238E27FC236}">
                  <a16:creationId xmlns:a16="http://schemas.microsoft.com/office/drawing/2014/main" id="{3E322E65-D1BD-B7E7-A916-47122AB1922A}"/>
                </a:ext>
              </a:extLst>
            </p:cNvPr>
            <p:cNvCxnSpPr>
              <a:cxnSpLocks/>
              <a:stCxn id="320" idx="2"/>
              <a:endCxn id="313" idx="0"/>
            </p:cNvCxnSpPr>
            <p:nvPr/>
          </p:nvCxnSpPr>
          <p:spPr>
            <a:xfrm>
              <a:off x="3852500" y="1026007"/>
              <a:ext cx="175284" cy="12383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接箭头连接符 317">
              <a:extLst>
                <a:ext uri="{FF2B5EF4-FFF2-40B4-BE49-F238E27FC236}">
                  <a16:creationId xmlns:a16="http://schemas.microsoft.com/office/drawing/2014/main" id="{4945AEA0-E1BD-FC72-3AE1-9228591CF130}"/>
                </a:ext>
              </a:extLst>
            </p:cNvPr>
            <p:cNvCxnSpPr>
              <a:cxnSpLocks/>
              <a:endCxn id="313" idx="0"/>
            </p:cNvCxnSpPr>
            <p:nvPr/>
          </p:nvCxnSpPr>
          <p:spPr>
            <a:xfrm>
              <a:off x="4027489" y="1028240"/>
              <a:ext cx="295" cy="1216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箭头连接符 318">
              <a:extLst>
                <a:ext uri="{FF2B5EF4-FFF2-40B4-BE49-F238E27FC236}">
                  <a16:creationId xmlns:a16="http://schemas.microsoft.com/office/drawing/2014/main" id="{1F1A4487-FA0B-A815-823A-016179EC07A5}"/>
                </a:ext>
              </a:extLst>
            </p:cNvPr>
            <p:cNvCxnSpPr>
              <a:cxnSpLocks/>
              <a:endCxn id="314" idx="0"/>
            </p:cNvCxnSpPr>
            <p:nvPr/>
          </p:nvCxnSpPr>
          <p:spPr>
            <a:xfrm>
              <a:off x="4203068" y="1032050"/>
              <a:ext cx="0" cy="1177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0" name="矩形 319">
              <a:extLst>
                <a:ext uri="{FF2B5EF4-FFF2-40B4-BE49-F238E27FC236}">
                  <a16:creationId xmlns:a16="http://schemas.microsoft.com/office/drawing/2014/main" id="{095D0CBA-1968-8B61-0023-93791154B613}"/>
                </a:ext>
              </a:extLst>
            </p:cNvPr>
            <p:cNvSpPr/>
            <p:nvPr/>
          </p:nvSpPr>
          <p:spPr>
            <a:xfrm>
              <a:off x="3434551" y="905823"/>
              <a:ext cx="835900" cy="12018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V-Log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21" name="等腰三角形 320">
              <a:extLst>
                <a:ext uri="{FF2B5EF4-FFF2-40B4-BE49-F238E27FC236}">
                  <a16:creationId xmlns:a16="http://schemas.microsoft.com/office/drawing/2014/main" id="{3BF1107C-3716-2B7D-DAFF-F09AFD48284E}"/>
                </a:ext>
              </a:extLst>
            </p:cNvPr>
            <p:cNvSpPr/>
            <p:nvPr/>
          </p:nvSpPr>
          <p:spPr>
            <a:xfrm>
              <a:off x="3434550" y="680650"/>
              <a:ext cx="835900" cy="157756"/>
            </a:xfrm>
            <a:prstGeom prst="triangl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K-DHT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85603513-DEF2-19C9-AAE9-F7A549E49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2500" y="680650"/>
              <a:ext cx="0" cy="183760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F3DE0E7-0C1B-5F9E-65D1-F5F4CF2C1CA2}"/>
                </a:ext>
              </a:extLst>
            </p:cNvPr>
            <p:cNvSpPr txBox="1"/>
            <p:nvPr/>
          </p:nvSpPr>
          <p:spPr>
            <a:xfrm>
              <a:off x="3191897" y="1317308"/>
              <a:ext cx="126416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(d) </a:t>
              </a:r>
              <a:r>
                <a:rPr lang="en-US" altLang="zh-CN" sz="800" dirty="0" err="1"/>
                <a:t>GogetaHybrid</a:t>
              </a:r>
              <a:endParaRPr lang="zh-CN" altLang="en-US" sz="800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A35DB91-E6BF-B107-BD06-89DD605CE685}"/>
                </a:ext>
              </a:extLst>
            </p:cNvPr>
            <p:cNvSpPr/>
            <p:nvPr/>
          </p:nvSpPr>
          <p:spPr>
            <a:xfrm>
              <a:off x="5510873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B0630C2-F382-957D-829D-F87D6D1EC006}"/>
                </a:ext>
              </a:extLst>
            </p:cNvPr>
            <p:cNvSpPr/>
            <p:nvPr/>
          </p:nvSpPr>
          <p:spPr>
            <a:xfrm>
              <a:off x="5510872" y="782455"/>
              <a:ext cx="835900" cy="208954"/>
            </a:xfrm>
            <a:prstGeom prst="rect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KV-SHT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A6A0F2E-EAAB-862F-446F-CD90B17064A0}"/>
                </a:ext>
              </a:extLst>
            </p:cNvPr>
            <p:cNvSpPr/>
            <p:nvPr/>
          </p:nvSpPr>
          <p:spPr>
            <a:xfrm>
              <a:off x="5861439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351185B-282A-D5FA-38FF-7352910721DB}"/>
                </a:ext>
              </a:extLst>
            </p:cNvPr>
            <p:cNvSpPr/>
            <p:nvPr/>
          </p:nvSpPr>
          <p:spPr>
            <a:xfrm>
              <a:off x="6036723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1CC7503-0A07-36D3-5FF5-EECA62C1863B}"/>
                </a:ext>
              </a:extLst>
            </p:cNvPr>
            <p:cNvSpPr/>
            <p:nvPr/>
          </p:nvSpPr>
          <p:spPr>
            <a:xfrm>
              <a:off x="6212005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624E1233-93E1-81A2-0832-1B93DCBF3C9B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 flipH="1">
              <a:off x="5578258" y="991410"/>
              <a:ext cx="846" cy="15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C94081C1-923F-A8C4-CA3A-4D3D6349C6F2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 flipH="1">
              <a:off x="5578258" y="991410"/>
              <a:ext cx="176128" cy="15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D1C2138D-17AB-D708-4BDA-9879179520ED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5928823" y="991409"/>
              <a:ext cx="1" cy="1584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AA2562AC-F4EF-1C3A-7219-21B4B0FF55FF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6103260" y="992088"/>
              <a:ext cx="848" cy="1577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345F400B-7C63-5952-FF8D-6C57AF359BFF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6277696" y="992088"/>
              <a:ext cx="1694" cy="1577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CDC6FBAA-4E7A-13CA-18EC-1E94B3A60F7B}"/>
                </a:ext>
              </a:extLst>
            </p:cNvPr>
            <p:cNvSpPr txBox="1"/>
            <p:nvPr/>
          </p:nvSpPr>
          <p:spPr>
            <a:xfrm>
              <a:off x="5554046" y="1317308"/>
              <a:ext cx="70806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(f) </a:t>
              </a:r>
              <a:r>
                <a:rPr lang="en-US" altLang="zh-CN" sz="800" dirty="0" err="1"/>
                <a:t>GogetaSHT</a:t>
              </a:r>
              <a:endParaRPr lang="zh-CN" altLang="en-US" sz="800" dirty="0"/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8A4D7C6E-69D8-1379-8547-B87B219C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120" y="554736"/>
              <a:ext cx="0" cy="885683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43641360-6BD0-D0FA-CCFD-E79B9C5A08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554" y="548640"/>
              <a:ext cx="0" cy="891779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B5BAD36A-D278-4FD6-BF55-B072B68B8872}"/>
                </a:ext>
              </a:extLst>
            </p:cNvPr>
            <p:cNvSpPr txBox="1"/>
            <p:nvPr/>
          </p:nvSpPr>
          <p:spPr>
            <a:xfrm>
              <a:off x="5738705" y="641150"/>
              <a:ext cx="41620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Storage</a:t>
              </a:r>
              <a:endParaRPr lang="zh-CN" altLang="en-US" sz="800" dirty="0"/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6E8E12DB-2DB3-6926-433E-8FE09C97E391}"/>
                </a:ext>
              </a:extLst>
            </p:cNvPr>
            <p:cNvSpPr txBox="1"/>
            <p:nvPr/>
          </p:nvSpPr>
          <p:spPr>
            <a:xfrm>
              <a:off x="29356" y="511724"/>
              <a:ext cx="98391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b="1" dirty="0"/>
                <a:t>Memory-sufficient</a:t>
              </a:r>
              <a:endParaRPr lang="zh-CN" altLang="en-US" sz="800" b="1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CF8FF44A-A68B-29EC-5963-602611608AFB}"/>
                </a:ext>
              </a:extLst>
            </p:cNvPr>
            <p:cNvSpPr txBox="1"/>
            <p:nvPr/>
          </p:nvSpPr>
          <p:spPr>
            <a:xfrm>
              <a:off x="1794404" y="511724"/>
              <a:ext cx="192700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b="1" dirty="0"/>
                <a:t>Memory-restricted Scenarios (e.g., PC)</a:t>
              </a:r>
              <a:endParaRPr lang="zh-CN" altLang="en-US" sz="800" b="1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EBF9EC37-495B-4A58-3359-3C5EBDC6C5A4}"/>
                </a:ext>
              </a:extLst>
            </p:cNvPr>
            <p:cNvSpPr txBox="1"/>
            <p:nvPr/>
          </p:nvSpPr>
          <p:spPr>
            <a:xfrm>
              <a:off x="4531897" y="506169"/>
              <a:ext cx="18768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b="1" dirty="0"/>
                <a:t>Memory-scares Scenarios (e.g., Mobile)</a:t>
              </a:r>
              <a:endParaRPr lang="zh-CN" altLang="en-US" sz="800" b="1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5D9D8CF5-FD13-B5C8-D3EA-7BE2BE00B812}"/>
                </a:ext>
              </a:extLst>
            </p:cNvPr>
            <p:cNvSpPr txBox="1"/>
            <p:nvPr/>
          </p:nvSpPr>
          <p:spPr>
            <a:xfrm rot="16200000">
              <a:off x="1006095" y="1216085"/>
              <a:ext cx="324431" cy="1231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Storage</a:t>
              </a:r>
              <a:endParaRPr lang="zh-CN" altLang="en-US" sz="800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8F2D59E1-4FC3-2B1A-06A7-9CF5B18CB5BB}"/>
                </a:ext>
              </a:extLst>
            </p:cNvPr>
            <p:cNvSpPr txBox="1"/>
            <p:nvPr/>
          </p:nvSpPr>
          <p:spPr>
            <a:xfrm rot="16200000">
              <a:off x="2089272" y="1216085"/>
              <a:ext cx="324431" cy="1231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Storage</a:t>
              </a:r>
              <a:endParaRPr lang="zh-CN" altLang="en-US" sz="800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7F163DEB-67CF-B4E2-AC8E-2C9309F0137A}"/>
                </a:ext>
              </a:extLst>
            </p:cNvPr>
            <p:cNvSpPr txBox="1"/>
            <p:nvPr/>
          </p:nvSpPr>
          <p:spPr>
            <a:xfrm rot="16200000">
              <a:off x="3182803" y="1026364"/>
              <a:ext cx="324431" cy="1231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Storage</a:t>
              </a:r>
              <a:endParaRPr lang="zh-CN" altLang="en-US" sz="800" dirty="0"/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C6890A68-6E6D-0774-9B92-4E0FC2A6A3F6}"/>
                </a:ext>
              </a:extLst>
            </p:cNvPr>
            <p:cNvSpPr txBox="1"/>
            <p:nvPr/>
          </p:nvSpPr>
          <p:spPr>
            <a:xfrm rot="16200000">
              <a:off x="981981" y="784112"/>
              <a:ext cx="372659" cy="1231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Memory</a:t>
              </a:r>
              <a:endParaRPr lang="zh-CN" altLang="en-US" sz="800" dirty="0"/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D661B352-15B7-1B62-3C6F-59D58650E7F3}"/>
                </a:ext>
              </a:extLst>
            </p:cNvPr>
            <p:cNvSpPr txBox="1"/>
            <p:nvPr/>
          </p:nvSpPr>
          <p:spPr>
            <a:xfrm rot="16200000">
              <a:off x="2068541" y="784112"/>
              <a:ext cx="372659" cy="1231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Memory</a:t>
              </a:r>
              <a:endParaRPr lang="zh-CN" altLang="en-US" sz="800" dirty="0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291CE6B4-8E1D-55F9-730D-6E37B56FB3F2}"/>
                </a:ext>
              </a:extLst>
            </p:cNvPr>
            <p:cNvSpPr/>
            <p:nvPr/>
          </p:nvSpPr>
          <p:spPr>
            <a:xfrm>
              <a:off x="4565403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11B02693-8974-781E-F9BC-7B83E4A64632}"/>
                </a:ext>
              </a:extLst>
            </p:cNvPr>
            <p:cNvSpPr/>
            <p:nvPr/>
          </p:nvSpPr>
          <p:spPr>
            <a:xfrm>
              <a:off x="4915970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F36211D6-A801-97F0-59FB-03436A554A2A}"/>
                </a:ext>
              </a:extLst>
            </p:cNvPr>
            <p:cNvSpPr/>
            <p:nvPr/>
          </p:nvSpPr>
          <p:spPr>
            <a:xfrm>
              <a:off x="5091253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AF855F9E-1839-7356-1D33-70F6DD1D2044}"/>
                </a:ext>
              </a:extLst>
            </p:cNvPr>
            <p:cNvSpPr/>
            <p:nvPr/>
          </p:nvSpPr>
          <p:spPr>
            <a:xfrm>
              <a:off x="5266536" y="1149843"/>
              <a:ext cx="134768" cy="1201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CEDB1E9F-DC1E-4E55-6F12-611A2FB63084}"/>
                </a:ext>
              </a:extLst>
            </p:cNvPr>
            <p:cNvCxnSpPr>
              <a:cxnSpLocks/>
              <a:endCxn id="140" idx="0"/>
            </p:cNvCxnSpPr>
            <p:nvPr/>
          </p:nvCxnSpPr>
          <p:spPr>
            <a:xfrm flipH="1">
              <a:off x="4632788" y="991410"/>
              <a:ext cx="846" cy="15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226C62FB-ECBA-923F-F689-D8A74C4AF77D}"/>
                </a:ext>
              </a:extLst>
            </p:cNvPr>
            <p:cNvCxnSpPr>
              <a:cxnSpLocks/>
              <a:endCxn id="140" idx="0"/>
            </p:cNvCxnSpPr>
            <p:nvPr/>
          </p:nvCxnSpPr>
          <p:spPr>
            <a:xfrm flipH="1">
              <a:off x="4632788" y="991410"/>
              <a:ext cx="176128" cy="1584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0783E071-D7A1-1092-1C3F-C35EF28F1B46}"/>
                </a:ext>
              </a:extLst>
            </p:cNvPr>
            <p:cNvCxnSpPr>
              <a:cxnSpLocks/>
              <a:endCxn id="144" idx="0"/>
            </p:cNvCxnSpPr>
            <p:nvPr/>
          </p:nvCxnSpPr>
          <p:spPr>
            <a:xfrm>
              <a:off x="4983353" y="991409"/>
              <a:ext cx="1" cy="1584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F02C6494-871C-8742-172A-02479351AF31}"/>
                </a:ext>
              </a:extLst>
            </p:cNvPr>
            <p:cNvCxnSpPr>
              <a:cxnSpLocks/>
              <a:endCxn id="145" idx="0"/>
            </p:cNvCxnSpPr>
            <p:nvPr/>
          </p:nvCxnSpPr>
          <p:spPr>
            <a:xfrm>
              <a:off x="5157790" y="992088"/>
              <a:ext cx="848" cy="1577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698501E7-7E40-433E-3464-DCBD772027E0}"/>
                </a:ext>
              </a:extLst>
            </p:cNvPr>
            <p:cNvCxnSpPr>
              <a:cxnSpLocks/>
              <a:endCxn id="146" idx="0"/>
            </p:cNvCxnSpPr>
            <p:nvPr/>
          </p:nvCxnSpPr>
          <p:spPr>
            <a:xfrm>
              <a:off x="5333920" y="957263"/>
              <a:ext cx="0" cy="1925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3382ABCC-87DB-B840-E3E0-DD1841341678}"/>
                </a:ext>
              </a:extLst>
            </p:cNvPr>
            <p:cNvSpPr txBox="1"/>
            <p:nvPr/>
          </p:nvSpPr>
          <p:spPr>
            <a:xfrm>
              <a:off x="4424977" y="1317308"/>
              <a:ext cx="109766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(e) </a:t>
              </a:r>
              <a:r>
                <a:rPr lang="en-US" altLang="zh-CN" sz="800" dirty="0" err="1"/>
                <a:t>GogetaFS</a:t>
              </a:r>
              <a:r>
                <a:rPr lang="en-US" altLang="zh-CN" sz="800" dirty="0"/>
                <a:t>/</a:t>
              </a:r>
              <a:r>
                <a:rPr lang="en-US" altLang="zh-CN" sz="800" dirty="0" err="1"/>
                <a:t>GogetaLog</a:t>
              </a:r>
              <a:endParaRPr lang="zh-CN" altLang="en-US" sz="800" dirty="0"/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62E53DB2-5B68-84A0-D6F4-BE8E1120D5E3}"/>
                </a:ext>
              </a:extLst>
            </p:cNvPr>
            <p:cNvSpPr txBox="1"/>
            <p:nvPr/>
          </p:nvSpPr>
          <p:spPr>
            <a:xfrm>
              <a:off x="4757004" y="615007"/>
              <a:ext cx="43360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800" dirty="0"/>
                <a:t>Storage</a:t>
              </a:r>
              <a:endParaRPr lang="zh-CN" altLang="en-US" sz="800" dirty="0"/>
            </a:p>
          </p:txBody>
        </p:sp>
        <p:sp>
          <p:nvSpPr>
            <p:cNvPr id="142" name="云形 141">
              <a:extLst>
                <a:ext uri="{FF2B5EF4-FFF2-40B4-BE49-F238E27FC236}">
                  <a16:creationId xmlns:a16="http://schemas.microsoft.com/office/drawing/2014/main" id="{5FECC768-D8BD-D530-DD82-F81C9BF0D9A7}"/>
                </a:ext>
              </a:extLst>
            </p:cNvPr>
            <p:cNvSpPr/>
            <p:nvPr/>
          </p:nvSpPr>
          <p:spPr>
            <a:xfrm>
              <a:off x="4565403" y="758850"/>
              <a:ext cx="835900" cy="310759"/>
            </a:xfrm>
            <a:prstGeom prst="cloud">
              <a:avLst/>
            </a:prstGeom>
            <a:solidFill>
              <a:srgbClr val="D9D9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KV-DHT or K-DHT+V-Log</a:t>
              </a:r>
            </a:p>
          </p:txBody>
        </p: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257AD0CF-83C0-FC93-777F-6E7E637F7AC6}"/>
              </a:ext>
            </a:extLst>
          </p:cNvPr>
          <p:cNvGrpSpPr/>
          <p:nvPr/>
        </p:nvGrpSpPr>
        <p:grpSpPr>
          <a:xfrm>
            <a:off x="27296" y="1537061"/>
            <a:ext cx="6319477" cy="975074"/>
            <a:chOff x="27296" y="1537061"/>
            <a:chExt cx="6319477" cy="975074"/>
          </a:xfrm>
        </p:grpSpPr>
        <p:grpSp>
          <p:nvGrpSpPr>
            <p:cNvPr id="233" name="组合 232">
              <a:extLst>
                <a:ext uri="{FF2B5EF4-FFF2-40B4-BE49-F238E27FC236}">
                  <a16:creationId xmlns:a16="http://schemas.microsoft.com/office/drawing/2014/main" id="{6DF59273-EB79-3822-C2B9-8884793D36D4}"/>
                </a:ext>
              </a:extLst>
            </p:cNvPr>
            <p:cNvGrpSpPr/>
            <p:nvPr/>
          </p:nvGrpSpPr>
          <p:grpSpPr>
            <a:xfrm>
              <a:off x="27296" y="1537061"/>
              <a:ext cx="6319477" cy="975074"/>
              <a:chOff x="27296" y="1537061"/>
              <a:chExt cx="6319477" cy="975074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D329312-C3B1-A7F2-7F0F-DD14BB0EE056}"/>
                  </a:ext>
                </a:extLst>
              </p:cNvPr>
              <p:cNvSpPr/>
              <p:nvPr/>
            </p:nvSpPr>
            <p:spPr>
              <a:xfrm>
                <a:off x="215405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2B1DA3AE-A7E4-38BD-0B38-C0FA4E40A5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90" y="2154141"/>
                <a:ext cx="983915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90AC856-7250-12BC-6207-CFDDFB0C989A}"/>
                  </a:ext>
                </a:extLst>
              </p:cNvPr>
              <p:cNvSpPr txBox="1"/>
              <p:nvPr/>
            </p:nvSpPr>
            <p:spPr>
              <a:xfrm rot="16200000">
                <a:off x="-41077" y="2287801"/>
                <a:ext cx="324431" cy="1231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Storage</a:t>
                </a:r>
                <a:endParaRPr lang="zh-CN" altLang="en-US" sz="800" dirty="0"/>
              </a:p>
            </p:txBody>
          </p:sp>
          <p:sp>
            <p:nvSpPr>
              <p:cNvPr id="18" name="等腰三角形 17">
                <a:extLst>
                  <a:ext uri="{FF2B5EF4-FFF2-40B4-BE49-F238E27FC236}">
                    <a16:creationId xmlns:a16="http://schemas.microsoft.com/office/drawing/2014/main" id="{616E214E-FE78-9F66-D941-C995D672BF68}"/>
                  </a:ext>
                </a:extLst>
              </p:cNvPr>
              <p:cNvSpPr/>
              <p:nvPr/>
            </p:nvSpPr>
            <p:spPr>
              <a:xfrm>
                <a:off x="215403" y="1752366"/>
                <a:ext cx="835900" cy="310759"/>
              </a:xfrm>
              <a:prstGeom prst="triangl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KV-DHT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88C9AD6-8617-43B2-5FAA-F6192A8124C3}"/>
                  </a:ext>
                </a:extLst>
              </p:cNvPr>
              <p:cNvSpPr txBox="1"/>
              <p:nvPr/>
            </p:nvSpPr>
            <p:spPr>
              <a:xfrm rot="16200000">
                <a:off x="-65191" y="1855828"/>
                <a:ext cx="372659" cy="1231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Memory</a:t>
                </a:r>
                <a:endParaRPr lang="zh-CN" altLang="en-US" sz="800" dirty="0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E668E846-6F27-53F3-4592-4249F244D471}"/>
                  </a:ext>
                </a:extLst>
              </p:cNvPr>
              <p:cNvSpPr/>
              <p:nvPr/>
            </p:nvSpPr>
            <p:spPr>
              <a:xfrm>
                <a:off x="565972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30EE8483-AE5C-7E7A-B303-10342D173272}"/>
                  </a:ext>
                </a:extLst>
              </p:cNvPr>
              <p:cNvSpPr/>
              <p:nvPr/>
            </p:nvSpPr>
            <p:spPr>
              <a:xfrm>
                <a:off x="741254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4F597A69-EF63-BB76-A8DC-C719A56F451F}"/>
                  </a:ext>
                </a:extLst>
              </p:cNvPr>
              <p:cNvSpPr/>
              <p:nvPr/>
            </p:nvSpPr>
            <p:spPr>
              <a:xfrm>
                <a:off x="916538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5477C7EB-6153-D771-1E53-6895139B5F5A}"/>
                  </a:ext>
                </a:extLst>
              </p:cNvPr>
              <p:cNvCxnSpPr>
                <a:cxnSpLocks/>
                <a:endCxn id="6" idx="0"/>
              </p:cNvCxnSpPr>
              <p:nvPr/>
            </p:nvCxnSpPr>
            <p:spPr>
              <a:xfrm flipH="1">
                <a:off x="282788" y="2063126"/>
                <a:ext cx="846" cy="1584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BA88939C-6F0B-9E56-1D6B-2475BA7B1093}"/>
                  </a:ext>
                </a:extLst>
              </p:cNvPr>
              <p:cNvCxnSpPr>
                <a:cxnSpLocks/>
                <a:endCxn id="6" idx="0"/>
              </p:cNvCxnSpPr>
              <p:nvPr/>
            </p:nvCxnSpPr>
            <p:spPr>
              <a:xfrm flipH="1">
                <a:off x="282788" y="2063126"/>
                <a:ext cx="176128" cy="1584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A83FA4A8-A42C-18DC-4536-CD88BD4F127B}"/>
                  </a:ext>
                </a:extLst>
              </p:cNvPr>
              <p:cNvCxnSpPr>
                <a:cxnSpLocks/>
                <a:stCxn id="18" idx="3"/>
                <a:endCxn id="21" idx="0"/>
              </p:cNvCxnSpPr>
              <p:nvPr/>
            </p:nvCxnSpPr>
            <p:spPr>
              <a:xfrm>
                <a:off x="633354" y="2063125"/>
                <a:ext cx="1" cy="15843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CA46E950-502F-A087-9477-6D2E0E17ADBA}"/>
                  </a:ext>
                </a:extLst>
              </p:cNvPr>
              <p:cNvCxnSpPr>
                <a:cxnSpLocks/>
                <a:endCxn id="34" idx="0"/>
              </p:cNvCxnSpPr>
              <p:nvPr/>
            </p:nvCxnSpPr>
            <p:spPr>
              <a:xfrm>
                <a:off x="807791" y="2063804"/>
                <a:ext cx="848" cy="1577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768EA9F9-BC72-1F0E-338C-172F7FA762D4}"/>
                  </a:ext>
                </a:extLst>
              </p:cNvPr>
              <p:cNvCxnSpPr>
                <a:cxnSpLocks/>
                <a:endCxn id="35" idx="0"/>
              </p:cNvCxnSpPr>
              <p:nvPr/>
            </p:nvCxnSpPr>
            <p:spPr>
              <a:xfrm>
                <a:off x="982228" y="2063804"/>
                <a:ext cx="1694" cy="1577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1EEED41-C7BE-5D1F-AF49-39C81F27132B}"/>
                  </a:ext>
                </a:extLst>
              </p:cNvPr>
              <p:cNvSpPr txBox="1"/>
              <p:nvPr/>
            </p:nvSpPr>
            <p:spPr>
              <a:xfrm>
                <a:off x="136233" y="2389024"/>
                <a:ext cx="99936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(a) </a:t>
                </a:r>
                <a:r>
                  <a:rPr lang="en-US" altLang="zh-CN" sz="800" dirty="0" err="1"/>
                  <a:t>GogetaFS</a:t>
                </a:r>
                <a:r>
                  <a:rPr lang="en-US" altLang="zh-CN" sz="800" dirty="0"/>
                  <a:t> (Default)</a:t>
                </a:r>
                <a:endParaRPr lang="zh-CN" altLang="en-US" sz="800" dirty="0"/>
              </a:p>
            </p:txBody>
          </p:sp>
          <p:sp>
            <p:nvSpPr>
              <p:cNvPr id="45" name="直角三角形 44">
                <a:extLst>
                  <a:ext uri="{FF2B5EF4-FFF2-40B4-BE49-F238E27FC236}">
                    <a16:creationId xmlns:a16="http://schemas.microsoft.com/office/drawing/2014/main" id="{BB93D2B0-9309-7568-2DAF-DF31CD6DAA1E}"/>
                  </a:ext>
                </a:extLst>
              </p:cNvPr>
              <p:cNvSpPr/>
              <p:nvPr/>
            </p:nvSpPr>
            <p:spPr>
              <a:xfrm>
                <a:off x="2552808" y="1751688"/>
                <a:ext cx="414563" cy="311424"/>
              </a:xfrm>
              <a:prstGeom prst="rtTriangl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821723CA-B0E5-8ABF-AD86-7F03E2271B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0114" y="2154141"/>
                <a:ext cx="552694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0CB59BAF-6982-DAF1-9664-BA17DA742D86}"/>
                  </a:ext>
                </a:extLst>
              </p:cNvPr>
              <p:cNvSpPr/>
              <p:nvPr/>
            </p:nvSpPr>
            <p:spPr>
              <a:xfrm>
                <a:off x="2134859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等腰三角形 47">
                <a:extLst>
                  <a:ext uri="{FF2B5EF4-FFF2-40B4-BE49-F238E27FC236}">
                    <a16:creationId xmlns:a16="http://schemas.microsoft.com/office/drawing/2014/main" id="{F7159964-9373-EDC0-4B4B-6E88CA21D43F}"/>
                  </a:ext>
                </a:extLst>
              </p:cNvPr>
              <p:cNvSpPr/>
              <p:nvPr/>
            </p:nvSpPr>
            <p:spPr>
              <a:xfrm>
                <a:off x="2134857" y="1752366"/>
                <a:ext cx="835900" cy="310759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KV-DHT</a:t>
                </a:r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1EB29560-C58A-5954-1BAC-1000A88B75F9}"/>
                  </a:ext>
                </a:extLst>
              </p:cNvPr>
              <p:cNvSpPr/>
              <p:nvPr/>
            </p:nvSpPr>
            <p:spPr>
              <a:xfrm>
                <a:off x="2485426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EDF026C3-08FC-FBEE-C58E-B3B27DCD630F}"/>
                  </a:ext>
                </a:extLst>
              </p:cNvPr>
              <p:cNvSpPr/>
              <p:nvPr/>
            </p:nvSpPr>
            <p:spPr>
              <a:xfrm>
                <a:off x="2660708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AB082D8B-B9AB-9F32-03CE-70B371C60A48}"/>
                  </a:ext>
                </a:extLst>
              </p:cNvPr>
              <p:cNvSpPr/>
              <p:nvPr/>
            </p:nvSpPr>
            <p:spPr>
              <a:xfrm>
                <a:off x="2835992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2" name="直接箭头连接符 51">
                <a:extLst>
                  <a:ext uri="{FF2B5EF4-FFF2-40B4-BE49-F238E27FC236}">
                    <a16:creationId xmlns:a16="http://schemas.microsoft.com/office/drawing/2014/main" id="{2D8EBC42-CEE8-F8CB-9492-313DD66B07CB}"/>
                  </a:ext>
                </a:extLst>
              </p:cNvPr>
              <p:cNvCxnSpPr>
                <a:cxnSpLocks/>
                <a:endCxn id="47" idx="0"/>
              </p:cNvCxnSpPr>
              <p:nvPr/>
            </p:nvCxnSpPr>
            <p:spPr>
              <a:xfrm flipH="1">
                <a:off x="2202242" y="2063126"/>
                <a:ext cx="846" cy="1584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>
                <a:extLst>
                  <a:ext uri="{FF2B5EF4-FFF2-40B4-BE49-F238E27FC236}">
                    <a16:creationId xmlns:a16="http://schemas.microsoft.com/office/drawing/2014/main" id="{50F69C40-7E65-EE72-05BE-3AD5F7F90DDE}"/>
                  </a:ext>
                </a:extLst>
              </p:cNvPr>
              <p:cNvCxnSpPr>
                <a:cxnSpLocks/>
                <a:endCxn id="47" idx="0"/>
              </p:cNvCxnSpPr>
              <p:nvPr/>
            </p:nvCxnSpPr>
            <p:spPr>
              <a:xfrm flipH="1">
                <a:off x="2202242" y="2063126"/>
                <a:ext cx="176128" cy="1584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>
                <a:extLst>
                  <a:ext uri="{FF2B5EF4-FFF2-40B4-BE49-F238E27FC236}">
                    <a16:creationId xmlns:a16="http://schemas.microsoft.com/office/drawing/2014/main" id="{8D39BD2A-553A-7864-E43B-5D55A3F55710}"/>
                  </a:ext>
                </a:extLst>
              </p:cNvPr>
              <p:cNvCxnSpPr>
                <a:cxnSpLocks/>
                <a:endCxn id="50" idx="0"/>
              </p:cNvCxnSpPr>
              <p:nvPr/>
            </p:nvCxnSpPr>
            <p:spPr>
              <a:xfrm>
                <a:off x="2727245" y="2063804"/>
                <a:ext cx="848" cy="1577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A632EC2B-2E8B-5B3F-0E0B-3AD479235904}"/>
                  </a:ext>
                </a:extLst>
              </p:cNvPr>
              <p:cNvCxnSpPr>
                <a:cxnSpLocks/>
                <a:endCxn id="51" idx="0"/>
              </p:cNvCxnSpPr>
              <p:nvPr/>
            </p:nvCxnSpPr>
            <p:spPr>
              <a:xfrm>
                <a:off x="2901682" y="2063804"/>
                <a:ext cx="1694" cy="1577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4139214C-5818-8EF4-0E9A-91A7FEEBBC10}"/>
                  </a:ext>
                </a:extLst>
              </p:cNvPr>
              <p:cNvCxnSpPr>
                <a:cxnSpLocks/>
                <a:endCxn id="48" idx="0"/>
              </p:cNvCxnSpPr>
              <p:nvPr/>
            </p:nvCxnSpPr>
            <p:spPr>
              <a:xfrm flipV="1">
                <a:off x="2552808" y="1752366"/>
                <a:ext cx="0" cy="401775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6248EB5-500A-DE63-3F74-86861DABD220}"/>
                  </a:ext>
                </a:extLst>
              </p:cNvPr>
              <p:cNvSpPr txBox="1"/>
              <p:nvPr/>
            </p:nvSpPr>
            <p:spPr>
              <a:xfrm>
                <a:off x="2131469" y="2389024"/>
                <a:ext cx="83590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(b) </a:t>
                </a:r>
                <a:r>
                  <a:rPr lang="en-US" altLang="zh-CN" sz="800" dirty="0" err="1"/>
                  <a:t>GogetaFS</a:t>
                </a:r>
                <a:r>
                  <a:rPr lang="en-US" altLang="zh-CN" sz="800" dirty="0"/>
                  <a:t> (Reg)</a:t>
                </a:r>
                <a:endParaRPr lang="zh-CN" altLang="en-US" sz="800" dirty="0"/>
              </a:p>
            </p:txBody>
          </p:sp>
          <p:sp>
            <p:nvSpPr>
              <p:cNvPr id="161" name="直角三角形 160">
                <a:extLst>
                  <a:ext uri="{FF2B5EF4-FFF2-40B4-BE49-F238E27FC236}">
                    <a16:creationId xmlns:a16="http://schemas.microsoft.com/office/drawing/2014/main" id="{C05B17F1-AEC0-FB54-0DA0-B26DF01A0031}"/>
                  </a:ext>
                </a:extLst>
              </p:cNvPr>
              <p:cNvSpPr/>
              <p:nvPr/>
            </p:nvSpPr>
            <p:spPr>
              <a:xfrm>
                <a:off x="3678233" y="1751688"/>
                <a:ext cx="414563" cy="157756"/>
              </a:xfrm>
              <a:prstGeom prst="rtTriangl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D59C5BAA-6729-ECCD-51FC-1FE52112AD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2435" y="1943428"/>
                <a:ext cx="552694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69F3373D-CB9D-82E8-7178-8F40F4FBED69}"/>
                  </a:ext>
                </a:extLst>
              </p:cNvPr>
              <p:cNvSpPr txBox="1"/>
              <p:nvPr/>
            </p:nvSpPr>
            <p:spPr>
              <a:xfrm>
                <a:off x="3003449" y="1731060"/>
                <a:ext cx="456394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Memory</a:t>
                </a:r>
                <a:endParaRPr lang="zh-CN" altLang="en-US" sz="800" dirty="0"/>
              </a:p>
            </p:txBody>
          </p:sp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59885BBA-C24A-0B96-F268-267140E2B126}"/>
                  </a:ext>
                </a:extLst>
              </p:cNvPr>
              <p:cNvSpPr/>
              <p:nvPr/>
            </p:nvSpPr>
            <p:spPr>
              <a:xfrm>
                <a:off x="3257180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720FB7A9-EF85-010B-52D9-D0B79F0E2987}"/>
                  </a:ext>
                </a:extLst>
              </p:cNvPr>
              <p:cNvSpPr/>
              <p:nvPr/>
            </p:nvSpPr>
            <p:spPr>
              <a:xfrm>
                <a:off x="3432462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D6F8D991-2440-ACE8-7CF8-17FE6DB806C5}"/>
                  </a:ext>
                </a:extLst>
              </p:cNvPr>
              <p:cNvSpPr/>
              <p:nvPr/>
            </p:nvSpPr>
            <p:spPr>
              <a:xfrm>
                <a:off x="3783029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1ECB287D-A76A-77D2-71A8-51983DFF48AF}"/>
                  </a:ext>
                </a:extLst>
              </p:cNvPr>
              <p:cNvSpPr/>
              <p:nvPr/>
            </p:nvSpPr>
            <p:spPr>
              <a:xfrm>
                <a:off x="3958313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8" name="直接箭头连接符 167">
                <a:extLst>
                  <a:ext uri="{FF2B5EF4-FFF2-40B4-BE49-F238E27FC236}">
                    <a16:creationId xmlns:a16="http://schemas.microsoft.com/office/drawing/2014/main" id="{597A355E-5D01-017F-ED41-4EFF523B1112}"/>
                  </a:ext>
                </a:extLst>
              </p:cNvPr>
              <p:cNvCxnSpPr>
                <a:cxnSpLocks/>
                <a:endCxn id="164" idx="0"/>
              </p:cNvCxnSpPr>
              <p:nvPr/>
            </p:nvCxnSpPr>
            <p:spPr>
              <a:xfrm>
                <a:off x="3324564" y="2094241"/>
                <a:ext cx="0" cy="12731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箭头连接符 168">
                <a:extLst>
                  <a:ext uri="{FF2B5EF4-FFF2-40B4-BE49-F238E27FC236}">
                    <a16:creationId xmlns:a16="http://schemas.microsoft.com/office/drawing/2014/main" id="{26E8CC66-3FC4-F766-F331-C917CD4E4855}"/>
                  </a:ext>
                </a:extLst>
              </p:cNvPr>
              <p:cNvCxnSpPr>
                <a:cxnSpLocks/>
                <a:endCxn id="165" idx="0"/>
              </p:cNvCxnSpPr>
              <p:nvPr/>
            </p:nvCxnSpPr>
            <p:spPr>
              <a:xfrm>
                <a:off x="3499848" y="2098051"/>
                <a:ext cx="0" cy="1235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箭头连接符 169">
                <a:extLst>
                  <a:ext uri="{FF2B5EF4-FFF2-40B4-BE49-F238E27FC236}">
                    <a16:creationId xmlns:a16="http://schemas.microsoft.com/office/drawing/2014/main" id="{36BFA332-D53E-724A-0D43-AC7E97860F23}"/>
                  </a:ext>
                </a:extLst>
              </p:cNvPr>
              <p:cNvCxnSpPr>
                <a:cxnSpLocks/>
                <a:stCxn id="173" idx="2"/>
                <a:endCxn id="166" idx="0"/>
              </p:cNvCxnSpPr>
              <p:nvPr/>
            </p:nvCxnSpPr>
            <p:spPr>
              <a:xfrm>
                <a:off x="3675129" y="2097723"/>
                <a:ext cx="175284" cy="12383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箭头连接符 170">
                <a:extLst>
                  <a:ext uri="{FF2B5EF4-FFF2-40B4-BE49-F238E27FC236}">
                    <a16:creationId xmlns:a16="http://schemas.microsoft.com/office/drawing/2014/main" id="{7D08435D-6002-BE25-A857-161391EE6951}"/>
                  </a:ext>
                </a:extLst>
              </p:cNvPr>
              <p:cNvCxnSpPr>
                <a:cxnSpLocks/>
                <a:endCxn id="166" idx="0"/>
              </p:cNvCxnSpPr>
              <p:nvPr/>
            </p:nvCxnSpPr>
            <p:spPr>
              <a:xfrm>
                <a:off x="3850118" y="2099956"/>
                <a:ext cx="295" cy="12160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接箭头连接符 171">
                <a:extLst>
                  <a:ext uri="{FF2B5EF4-FFF2-40B4-BE49-F238E27FC236}">
                    <a16:creationId xmlns:a16="http://schemas.microsoft.com/office/drawing/2014/main" id="{2A99C46E-E617-25E6-0C0F-AEA5EEF5C8D8}"/>
                  </a:ext>
                </a:extLst>
              </p:cNvPr>
              <p:cNvCxnSpPr>
                <a:cxnSpLocks/>
                <a:endCxn id="167" idx="0"/>
              </p:cNvCxnSpPr>
              <p:nvPr/>
            </p:nvCxnSpPr>
            <p:spPr>
              <a:xfrm>
                <a:off x="4025697" y="2103766"/>
                <a:ext cx="0" cy="1177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639C1A4F-5F20-9860-15B6-E4765BDF0E2D}"/>
                  </a:ext>
                </a:extLst>
              </p:cNvPr>
              <p:cNvSpPr/>
              <p:nvPr/>
            </p:nvSpPr>
            <p:spPr>
              <a:xfrm>
                <a:off x="3257180" y="1977539"/>
                <a:ext cx="835900" cy="120184"/>
              </a:xfrm>
              <a:prstGeom prst="rect">
                <a:avLst/>
              </a:prstGeom>
              <a:solidFill>
                <a:srgbClr val="D9D9D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V-Region-List</a:t>
                </a:r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4" name="等腰三角形 173">
                <a:extLst>
                  <a:ext uri="{FF2B5EF4-FFF2-40B4-BE49-F238E27FC236}">
                    <a16:creationId xmlns:a16="http://schemas.microsoft.com/office/drawing/2014/main" id="{9A2E2C4D-2A0C-5AF5-1EB7-8BCB7311550B}"/>
                  </a:ext>
                </a:extLst>
              </p:cNvPr>
              <p:cNvSpPr/>
              <p:nvPr/>
            </p:nvSpPr>
            <p:spPr>
              <a:xfrm>
                <a:off x="3257179" y="1752366"/>
                <a:ext cx="835900" cy="157756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K-DHT</a:t>
                </a:r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5" name="直接连接符 174">
                <a:extLst>
                  <a:ext uri="{FF2B5EF4-FFF2-40B4-BE49-F238E27FC236}">
                    <a16:creationId xmlns:a16="http://schemas.microsoft.com/office/drawing/2014/main" id="{EE9B78C8-205C-DA5B-1F45-8C833C0BC6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75129" y="1752366"/>
                <a:ext cx="0" cy="18376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591E096A-2F78-309C-79E8-63B3751FDAA5}"/>
                  </a:ext>
                </a:extLst>
              </p:cNvPr>
              <p:cNvSpPr txBox="1"/>
              <p:nvPr/>
            </p:nvSpPr>
            <p:spPr>
              <a:xfrm>
                <a:off x="3014526" y="2389024"/>
                <a:ext cx="1264164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(c) </a:t>
                </a:r>
                <a:r>
                  <a:rPr lang="en-US" altLang="zh-CN" sz="800" dirty="0" err="1"/>
                  <a:t>GogetaHybrid</a:t>
                </a:r>
                <a:endParaRPr lang="zh-CN" altLang="en-US" sz="800" dirty="0"/>
              </a:p>
            </p:txBody>
          </p:sp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8BB73626-E00F-E37F-BC22-F322EFA4491B}"/>
                  </a:ext>
                </a:extLst>
              </p:cNvPr>
              <p:cNvSpPr/>
              <p:nvPr/>
            </p:nvSpPr>
            <p:spPr>
              <a:xfrm>
                <a:off x="5510873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C98DF580-1D41-94C2-2B58-76BA16F7C5E7}"/>
                  </a:ext>
                </a:extLst>
              </p:cNvPr>
              <p:cNvSpPr/>
              <p:nvPr/>
            </p:nvSpPr>
            <p:spPr>
              <a:xfrm>
                <a:off x="5510872" y="1854171"/>
                <a:ext cx="835900" cy="208954"/>
              </a:xfrm>
              <a:prstGeom prst="rect">
                <a:avLst/>
              </a:prstGeom>
              <a:solidFill>
                <a:srgbClr val="D9D9D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</a:rPr>
                  <a:t>KV-SHT</a:t>
                </a:r>
              </a:p>
            </p:txBody>
          </p:sp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E5499056-8EAC-19C6-780B-27F9548E9346}"/>
                  </a:ext>
                </a:extLst>
              </p:cNvPr>
              <p:cNvSpPr/>
              <p:nvPr/>
            </p:nvSpPr>
            <p:spPr>
              <a:xfrm>
                <a:off x="5861439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2C085420-6562-6F32-3F61-967F3CC6C798}"/>
                  </a:ext>
                </a:extLst>
              </p:cNvPr>
              <p:cNvSpPr/>
              <p:nvPr/>
            </p:nvSpPr>
            <p:spPr>
              <a:xfrm>
                <a:off x="6036723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4CEFC999-9832-C307-D43D-4975C48AA480}"/>
                  </a:ext>
                </a:extLst>
              </p:cNvPr>
              <p:cNvSpPr/>
              <p:nvPr/>
            </p:nvSpPr>
            <p:spPr>
              <a:xfrm>
                <a:off x="6212005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2" name="直接箭头连接符 181">
                <a:extLst>
                  <a:ext uri="{FF2B5EF4-FFF2-40B4-BE49-F238E27FC236}">
                    <a16:creationId xmlns:a16="http://schemas.microsoft.com/office/drawing/2014/main" id="{21171535-38EB-E6AE-66BF-162F490ED873}"/>
                  </a:ext>
                </a:extLst>
              </p:cNvPr>
              <p:cNvCxnSpPr>
                <a:cxnSpLocks/>
                <a:endCxn id="177" idx="0"/>
              </p:cNvCxnSpPr>
              <p:nvPr/>
            </p:nvCxnSpPr>
            <p:spPr>
              <a:xfrm flipH="1">
                <a:off x="5578258" y="2063126"/>
                <a:ext cx="846" cy="1584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箭头连接符 182">
                <a:extLst>
                  <a:ext uri="{FF2B5EF4-FFF2-40B4-BE49-F238E27FC236}">
                    <a16:creationId xmlns:a16="http://schemas.microsoft.com/office/drawing/2014/main" id="{4F04396E-5C84-C974-423A-9316C99092BA}"/>
                  </a:ext>
                </a:extLst>
              </p:cNvPr>
              <p:cNvCxnSpPr>
                <a:cxnSpLocks/>
                <a:endCxn id="177" idx="0"/>
              </p:cNvCxnSpPr>
              <p:nvPr/>
            </p:nvCxnSpPr>
            <p:spPr>
              <a:xfrm flipH="1">
                <a:off x="5578258" y="2063126"/>
                <a:ext cx="176128" cy="1584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箭头连接符 183">
                <a:extLst>
                  <a:ext uri="{FF2B5EF4-FFF2-40B4-BE49-F238E27FC236}">
                    <a16:creationId xmlns:a16="http://schemas.microsoft.com/office/drawing/2014/main" id="{8AE2F7AF-FF64-E169-CB17-08B3D1EFB085}"/>
                  </a:ext>
                </a:extLst>
              </p:cNvPr>
              <p:cNvCxnSpPr>
                <a:cxnSpLocks/>
                <a:endCxn id="179" idx="0"/>
              </p:cNvCxnSpPr>
              <p:nvPr/>
            </p:nvCxnSpPr>
            <p:spPr>
              <a:xfrm>
                <a:off x="5928823" y="2063125"/>
                <a:ext cx="1" cy="15843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箭头连接符 184">
                <a:extLst>
                  <a:ext uri="{FF2B5EF4-FFF2-40B4-BE49-F238E27FC236}">
                    <a16:creationId xmlns:a16="http://schemas.microsoft.com/office/drawing/2014/main" id="{D8707658-0ECA-C85B-A7D2-D2B9504CAB4B}"/>
                  </a:ext>
                </a:extLst>
              </p:cNvPr>
              <p:cNvCxnSpPr>
                <a:cxnSpLocks/>
                <a:endCxn id="180" idx="0"/>
              </p:cNvCxnSpPr>
              <p:nvPr/>
            </p:nvCxnSpPr>
            <p:spPr>
              <a:xfrm>
                <a:off x="6103260" y="2063804"/>
                <a:ext cx="848" cy="1577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箭头连接符 185">
                <a:extLst>
                  <a:ext uri="{FF2B5EF4-FFF2-40B4-BE49-F238E27FC236}">
                    <a16:creationId xmlns:a16="http://schemas.microsoft.com/office/drawing/2014/main" id="{8DDA70B1-72D8-67ED-F8C1-1EF033E0795E}"/>
                  </a:ext>
                </a:extLst>
              </p:cNvPr>
              <p:cNvCxnSpPr>
                <a:cxnSpLocks/>
                <a:endCxn id="181" idx="0"/>
              </p:cNvCxnSpPr>
              <p:nvPr/>
            </p:nvCxnSpPr>
            <p:spPr>
              <a:xfrm>
                <a:off x="6277696" y="2063804"/>
                <a:ext cx="1694" cy="1577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51ED0701-6CAA-D80F-760D-9C5A03B51D53}"/>
                  </a:ext>
                </a:extLst>
              </p:cNvPr>
              <p:cNvSpPr txBox="1"/>
              <p:nvPr/>
            </p:nvSpPr>
            <p:spPr>
              <a:xfrm>
                <a:off x="5554046" y="2389024"/>
                <a:ext cx="70806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(e) </a:t>
                </a:r>
                <a:r>
                  <a:rPr lang="en-US" altLang="zh-CN" sz="800" dirty="0" err="1"/>
                  <a:t>GogetaSHT</a:t>
                </a:r>
                <a:endParaRPr lang="zh-CN" altLang="en-US" sz="800" dirty="0"/>
              </a:p>
            </p:txBody>
          </p:sp>
          <p:cxnSp>
            <p:nvCxnSpPr>
              <p:cNvPr id="188" name="直接连接符 187">
                <a:extLst>
                  <a:ext uri="{FF2B5EF4-FFF2-40B4-BE49-F238E27FC236}">
                    <a16:creationId xmlns:a16="http://schemas.microsoft.com/office/drawing/2014/main" id="{A73EF76A-58E6-1DFA-361F-6C83631889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10239" y="1626452"/>
                <a:ext cx="0" cy="885683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>
                <a:extLst>
                  <a:ext uri="{FF2B5EF4-FFF2-40B4-BE49-F238E27FC236}">
                    <a16:creationId xmlns:a16="http://schemas.microsoft.com/office/drawing/2014/main" id="{21209124-5F97-245C-A6DA-639FB69484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70167" y="1620356"/>
                <a:ext cx="0" cy="891779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CD3B479A-29DA-447C-7053-B92BA1707E0D}"/>
                  </a:ext>
                </a:extLst>
              </p:cNvPr>
              <p:cNvSpPr txBox="1"/>
              <p:nvPr/>
            </p:nvSpPr>
            <p:spPr>
              <a:xfrm>
                <a:off x="5738705" y="1712866"/>
                <a:ext cx="41620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Storage</a:t>
                </a:r>
                <a:endParaRPr lang="zh-CN" altLang="en-US" sz="800" dirty="0"/>
              </a:p>
            </p:txBody>
          </p:sp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E4CBD82F-A627-7950-F5EF-0A5D185A5D4D}"/>
                  </a:ext>
                </a:extLst>
              </p:cNvPr>
              <p:cNvSpPr txBox="1"/>
              <p:nvPr/>
            </p:nvSpPr>
            <p:spPr>
              <a:xfrm>
                <a:off x="27296" y="1541359"/>
                <a:ext cx="1773484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b="1" dirty="0"/>
                  <a:t>Memory-sufficient Scenarios (e.g., Server)</a:t>
                </a:r>
                <a:endParaRPr lang="zh-CN" altLang="en-US" sz="800" b="1" dirty="0"/>
              </a:p>
            </p:txBody>
          </p: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3652F754-6458-587D-1E66-2751A28E023C}"/>
                  </a:ext>
                </a:extLst>
              </p:cNvPr>
              <p:cNvSpPr txBox="1"/>
              <p:nvPr/>
            </p:nvSpPr>
            <p:spPr>
              <a:xfrm>
                <a:off x="2120013" y="1546941"/>
                <a:ext cx="192700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b="1" dirty="0"/>
                  <a:t>Memory-restricted Scenarios (e.g., PC)</a:t>
                </a:r>
                <a:endParaRPr lang="zh-CN" altLang="en-US" sz="800" b="1" dirty="0"/>
              </a:p>
            </p:txBody>
          </p:sp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7E04EA73-450B-42CD-14DD-F8B6A3E6923B}"/>
                  </a:ext>
                </a:extLst>
              </p:cNvPr>
              <p:cNvSpPr txBox="1"/>
              <p:nvPr/>
            </p:nvSpPr>
            <p:spPr>
              <a:xfrm>
                <a:off x="4354000" y="1537061"/>
                <a:ext cx="187684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b="1" dirty="0"/>
                  <a:t>Memory-scares Scenarios (e.g., Mobile)</a:t>
                </a:r>
                <a:endParaRPr lang="zh-CN" altLang="en-US" sz="800" b="1" dirty="0"/>
              </a:p>
            </p:txBody>
          </p:sp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04BB8549-AD5D-964E-DFEB-F8BDF269B4B0}"/>
                  </a:ext>
                </a:extLst>
              </p:cNvPr>
              <p:cNvSpPr txBox="1"/>
              <p:nvPr/>
            </p:nvSpPr>
            <p:spPr>
              <a:xfrm rot="16200000">
                <a:off x="1888604" y="2287801"/>
                <a:ext cx="324431" cy="1231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Storage</a:t>
                </a:r>
                <a:endParaRPr lang="zh-CN" altLang="en-US" sz="800" dirty="0"/>
              </a:p>
            </p:txBody>
          </p:sp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B2763078-DFEF-BFE4-4D37-88D1A08D330E}"/>
                  </a:ext>
                </a:extLst>
              </p:cNvPr>
              <p:cNvSpPr txBox="1"/>
              <p:nvPr/>
            </p:nvSpPr>
            <p:spPr>
              <a:xfrm rot="16200000">
                <a:off x="3005432" y="2098080"/>
                <a:ext cx="324431" cy="1231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Storage</a:t>
                </a:r>
                <a:endParaRPr lang="zh-CN" altLang="en-US" sz="800" dirty="0"/>
              </a:p>
            </p:txBody>
          </p:sp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3FDBDBC5-93E4-B456-7BC1-3D00A1877F51}"/>
                  </a:ext>
                </a:extLst>
              </p:cNvPr>
              <p:cNvSpPr txBox="1"/>
              <p:nvPr/>
            </p:nvSpPr>
            <p:spPr>
              <a:xfrm rot="16200000">
                <a:off x="1864490" y="1855828"/>
                <a:ext cx="372659" cy="1231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Memory</a:t>
                </a:r>
                <a:endParaRPr lang="zh-CN" altLang="en-US" sz="800" dirty="0"/>
              </a:p>
            </p:txBody>
          </p:sp>
          <p:sp>
            <p:nvSpPr>
              <p:cNvPr id="199" name="矩形 198">
                <a:extLst>
                  <a:ext uri="{FF2B5EF4-FFF2-40B4-BE49-F238E27FC236}">
                    <a16:creationId xmlns:a16="http://schemas.microsoft.com/office/drawing/2014/main" id="{6A807BF1-6720-F968-5450-B26D5A20319E}"/>
                  </a:ext>
                </a:extLst>
              </p:cNvPr>
              <p:cNvSpPr/>
              <p:nvPr/>
            </p:nvSpPr>
            <p:spPr>
              <a:xfrm>
                <a:off x="4471768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矩形 199">
                <a:extLst>
                  <a:ext uri="{FF2B5EF4-FFF2-40B4-BE49-F238E27FC236}">
                    <a16:creationId xmlns:a16="http://schemas.microsoft.com/office/drawing/2014/main" id="{E712283F-DE81-49AC-6098-B28CA934C3EC}"/>
                  </a:ext>
                </a:extLst>
              </p:cNvPr>
              <p:cNvSpPr/>
              <p:nvPr/>
            </p:nvSpPr>
            <p:spPr>
              <a:xfrm>
                <a:off x="4822335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2BC63114-760F-D3ED-0B8B-8FB9DA0BD571}"/>
                  </a:ext>
                </a:extLst>
              </p:cNvPr>
              <p:cNvSpPr/>
              <p:nvPr/>
            </p:nvSpPr>
            <p:spPr>
              <a:xfrm>
                <a:off x="4997618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3" name="矩形 202">
                <a:extLst>
                  <a:ext uri="{FF2B5EF4-FFF2-40B4-BE49-F238E27FC236}">
                    <a16:creationId xmlns:a16="http://schemas.microsoft.com/office/drawing/2014/main" id="{0C2779B6-D78A-F843-D845-A58ED5208C9F}"/>
                  </a:ext>
                </a:extLst>
              </p:cNvPr>
              <p:cNvSpPr/>
              <p:nvPr/>
            </p:nvSpPr>
            <p:spPr>
              <a:xfrm>
                <a:off x="5172901" y="2221559"/>
                <a:ext cx="134768" cy="12018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4" name="直接箭头连接符 203">
                <a:extLst>
                  <a:ext uri="{FF2B5EF4-FFF2-40B4-BE49-F238E27FC236}">
                    <a16:creationId xmlns:a16="http://schemas.microsoft.com/office/drawing/2014/main" id="{2D7BED0B-2BE7-06D0-FE49-11A5A5F9A10C}"/>
                  </a:ext>
                </a:extLst>
              </p:cNvPr>
              <p:cNvCxnSpPr>
                <a:cxnSpLocks/>
                <a:endCxn id="199" idx="0"/>
              </p:cNvCxnSpPr>
              <p:nvPr/>
            </p:nvCxnSpPr>
            <p:spPr>
              <a:xfrm flipH="1">
                <a:off x="4539153" y="2063126"/>
                <a:ext cx="846" cy="1584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箭头连接符 204">
                <a:extLst>
                  <a:ext uri="{FF2B5EF4-FFF2-40B4-BE49-F238E27FC236}">
                    <a16:creationId xmlns:a16="http://schemas.microsoft.com/office/drawing/2014/main" id="{576C12A6-1264-6F3C-EA12-3A2BA55BCC79}"/>
                  </a:ext>
                </a:extLst>
              </p:cNvPr>
              <p:cNvCxnSpPr>
                <a:cxnSpLocks/>
                <a:endCxn id="199" idx="0"/>
              </p:cNvCxnSpPr>
              <p:nvPr/>
            </p:nvCxnSpPr>
            <p:spPr>
              <a:xfrm flipH="1">
                <a:off x="4539153" y="2063126"/>
                <a:ext cx="176128" cy="1584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箭头连接符 205">
                <a:extLst>
                  <a:ext uri="{FF2B5EF4-FFF2-40B4-BE49-F238E27FC236}">
                    <a16:creationId xmlns:a16="http://schemas.microsoft.com/office/drawing/2014/main" id="{BB4ABD24-D59E-182A-0522-0587E862B612}"/>
                  </a:ext>
                </a:extLst>
              </p:cNvPr>
              <p:cNvCxnSpPr>
                <a:cxnSpLocks/>
                <a:endCxn id="200" idx="0"/>
              </p:cNvCxnSpPr>
              <p:nvPr/>
            </p:nvCxnSpPr>
            <p:spPr>
              <a:xfrm>
                <a:off x="4889718" y="2063125"/>
                <a:ext cx="1" cy="15843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箭头连接符 206">
                <a:extLst>
                  <a:ext uri="{FF2B5EF4-FFF2-40B4-BE49-F238E27FC236}">
                    <a16:creationId xmlns:a16="http://schemas.microsoft.com/office/drawing/2014/main" id="{978D74EE-0937-2C3D-ED66-EB4631C44D15}"/>
                  </a:ext>
                </a:extLst>
              </p:cNvPr>
              <p:cNvCxnSpPr>
                <a:cxnSpLocks/>
                <a:endCxn id="202" idx="0"/>
              </p:cNvCxnSpPr>
              <p:nvPr/>
            </p:nvCxnSpPr>
            <p:spPr>
              <a:xfrm>
                <a:off x="5064155" y="2063804"/>
                <a:ext cx="848" cy="1577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接箭头连接符 207">
                <a:extLst>
                  <a:ext uri="{FF2B5EF4-FFF2-40B4-BE49-F238E27FC236}">
                    <a16:creationId xmlns:a16="http://schemas.microsoft.com/office/drawing/2014/main" id="{2A509AA9-D683-45F8-0B05-6B0072AFFDE2}"/>
                  </a:ext>
                </a:extLst>
              </p:cNvPr>
              <p:cNvCxnSpPr>
                <a:cxnSpLocks/>
                <a:endCxn id="203" idx="0"/>
              </p:cNvCxnSpPr>
              <p:nvPr/>
            </p:nvCxnSpPr>
            <p:spPr>
              <a:xfrm>
                <a:off x="5240285" y="2028979"/>
                <a:ext cx="0" cy="19258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A0845C21-ED9D-D54C-4D32-931DA66230FD}"/>
                  </a:ext>
                </a:extLst>
              </p:cNvPr>
              <p:cNvSpPr txBox="1"/>
              <p:nvPr/>
            </p:nvSpPr>
            <p:spPr>
              <a:xfrm>
                <a:off x="4331342" y="2389024"/>
                <a:ext cx="109766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(d) </a:t>
                </a:r>
                <a:r>
                  <a:rPr lang="en-US" altLang="zh-CN" sz="800" dirty="0" err="1"/>
                  <a:t>GogetaFS</a:t>
                </a:r>
                <a:r>
                  <a:rPr lang="en-US" altLang="zh-CN" sz="800" dirty="0"/>
                  <a:t> (No Mem)</a:t>
                </a:r>
                <a:endParaRPr lang="zh-CN" altLang="en-US" sz="800" dirty="0"/>
              </a:p>
            </p:txBody>
          </p:sp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EE1F001B-20C5-D5E0-C647-5CEC84618281}"/>
                  </a:ext>
                </a:extLst>
              </p:cNvPr>
              <p:cNvSpPr txBox="1"/>
              <p:nvPr/>
            </p:nvSpPr>
            <p:spPr>
              <a:xfrm>
                <a:off x="4355645" y="1707117"/>
                <a:ext cx="43360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Storage</a:t>
                </a:r>
                <a:endParaRPr lang="zh-CN" altLang="en-US" sz="800" dirty="0"/>
              </a:p>
            </p:txBody>
          </p:sp>
          <p:sp>
            <p:nvSpPr>
              <p:cNvPr id="211" name="等腰三角形 210">
                <a:extLst>
                  <a:ext uri="{FF2B5EF4-FFF2-40B4-BE49-F238E27FC236}">
                    <a16:creationId xmlns:a16="http://schemas.microsoft.com/office/drawing/2014/main" id="{6DD8ECD1-995B-BF40-D57A-6183454CC6F7}"/>
                  </a:ext>
                </a:extLst>
              </p:cNvPr>
              <p:cNvSpPr/>
              <p:nvPr/>
            </p:nvSpPr>
            <p:spPr>
              <a:xfrm>
                <a:off x="4471768" y="1754742"/>
                <a:ext cx="835900" cy="310759"/>
              </a:xfrm>
              <a:prstGeom prst="triangle">
                <a:avLst/>
              </a:prstGeom>
              <a:solidFill>
                <a:srgbClr val="D9D9D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sz="700" dirty="0">
                    <a:solidFill>
                      <a:schemeClr val="tx1"/>
                    </a:solidFill>
                  </a:rPr>
                  <a:t>KV-DHT</a:t>
                </a:r>
              </a:p>
            </p:txBody>
          </p:sp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EAF997DE-D83C-0300-5BC3-58D4815E685E}"/>
                  </a:ext>
                </a:extLst>
              </p:cNvPr>
              <p:cNvSpPr txBox="1"/>
              <p:nvPr/>
            </p:nvSpPr>
            <p:spPr>
              <a:xfrm>
                <a:off x="1292512" y="2220094"/>
                <a:ext cx="479255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800" dirty="0"/>
                  <a:t>Data block</a:t>
                </a:r>
                <a:endParaRPr lang="zh-CN" altLang="en-US" sz="800" dirty="0"/>
              </a:p>
            </p:txBody>
          </p:sp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8FB9B2C9-EE3F-46C4-0BE6-1758D8594206}"/>
                  </a:ext>
                </a:extLst>
              </p:cNvPr>
              <p:cNvSpPr txBox="1"/>
              <p:nvPr/>
            </p:nvSpPr>
            <p:spPr>
              <a:xfrm>
                <a:off x="1147773" y="1784289"/>
                <a:ext cx="722956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800" dirty="0"/>
                  <a:t>GLT Structure</a:t>
                </a:r>
              </a:p>
              <a:p>
                <a:r>
                  <a:rPr lang="en-US" altLang="zh-CN" sz="800" dirty="0"/>
                  <a:t>(Dyn Hash Table)</a:t>
                </a:r>
                <a:endParaRPr lang="zh-CN" altLang="en-US" sz="800" dirty="0"/>
              </a:p>
            </p:txBody>
          </p:sp>
          <p:cxnSp>
            <p:nvCxnSpPr>
              <p:cNvPr id="216" name="直接连接符 215">
                <a:extLst>
                  <a:ext uri="{FF2B5EF4-FFF2-40B4-BE49-F238E27FC236}">
                    <a16:creationId xmlns:a16="http://schemas.microsoft.com/office/drawing/2014/main" id="{48ED6466-A0C2-8BB8-E4FF-19A37F46B485}"/>
                  </a:ext>
                </a:extLst>
              </p:cNvPr>
              <p:cNvCxnSpPr>
                <a:cxnSpLocks/>
                <a:stCxn id="18" idx="5"/>
                <a:endCxn id="214" idx="1"/>
              </p:cNvCxnSpPr>
              <p:nvPr/>
            </p:nvCxnSpPr>
            <p:spPr>
              <a:xfrm flipV="1">
                <a:off x="842328" y="1907400"/>
                <a:ext cx="305445" cy="346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>
                <a:extLst>
                  <a:ext uri="{FF2B5EF4-FFF2-40B4-BE49-F238E27FC236}">
                    <a16:creationId xmlns:a16="http://schemas.microsoft.com/office/drawing/2014/main" id="{EA5586FB-C7DE-0682-34A4-64683B49E063}"/>
                  </a:ext>
                </a:extLst>
              </p:cNvPr>
              <p:cNvCxnSpPr>
                <a:cxnSpLocks/>
                <a:stCxn id="35" idx="3"/>
                <a:endCxn id="213" idx="1"/>
              </p:cNvCxnSpPr>
              <p:nvPr/>
            </p:nvCxnSpPr>
            <p:spPr>
              <a:xfrm>
                <a:off x="1051306" y="2281650"/>
                <a:ext cx="241206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" name="图形 4" descr="锁定">
              <a:extLst>
                <a:ext uri="{FF2B5EF4-FFF2-40B4-BE49-F238E27FC236}">
                  <a16:creationId xmlns:a16="http://schemas.microsoft.com/office/drawing/2014/main" id="{5746C956-5B81-C8DD-564A-6964EA13B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8059" y="1786450"/>
              <a:ext cx="135707" cy="135707"/>
            </a:xfrm>
            <a:prstGeom prst="rect">
              <a:avLst/>
            </a:prstGeom>
          </p:spPr>
        </p:pic>
        <p:pic>
          <p:nvPicPr>
            <p:cNvPr id="58" name="图形 57" descr="锁定">
              <a:extLst>
                <a:ext uri="{FF2B5EF4-FFF2-40B4-BE49-F238E27FC236}">
                  <a16:creationId xmlns:a16="http://schemas.microsoft.com/office/drawing/2014/main" id="{D9D0788F-8D6D-9E7E-BBAC-802548657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83403" y="1786450"/>
              <a:ext cx="135707" cy="135707"/>
            </a:xfrm>
            <a:prstGeom prst="rect">
              <a:avLst/>
            </a:prstGeom>
          </p:spPr>
        </p:pic>
        <p:pic>
          <p:nvPicPr>
            <p:cNvPr id="130" name="图形 129" descr="锁定">
              <a:extLst>
                <a:ext uri="{FF2B5EF4-FFF2-40B4-BE49-F238E27FC236}">
                  <a16:creationId xmlns:a16="http://schemas.microsoft.com/office/drawing/2014/main" id="{83D47030-4802-9D2F-4C3F-D72085CCC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23012" y="1786450"/>
              <a:ext cx="135707" cy="135707"/>
            </a:xfrm>
            <a:prstGeom prst="rect">
              <a:avLst/>
            </a:prstGeom>
          </p:spPr>
        </p:pic>
        <p:pic>
          <p:nvPicPr>
            <p:cNvPr id="131" name="图形 130" descr="锁定">
              <a:extLst>
                <a:ext uri="{FF2B5EF4-FFF2-40B4-BE49-F238E27FC236}">
                  <a16:creationId xmlns:a16="http://schemas.microsoft.com/office/drawing/2014/main" id="{2E837DFD-3EFA-7124-593D-EFF7A8220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07815" y="1891112"/>
              <a:ext cx="135707" cy="135707"/>
            </a:xfrm>
            <a:prstGeom prst="rect">
              <a:avLst/>
            </a:prstGeom>
          </p:spPr>
        </p:pic>
        <p:pic>
          <p:nvPicPr>
            <p:cNvPr id="133" name="图形 132" descr="锁定">
              <a:extLst>
                <a:ext uri="{FF2B5EF4-FFF2-40B4-BE49-F238E27FC236}">
                  <a16:creationId xmlns:a16="http://schemas.microsoft.com/office/drawing/2014/main" id="{BAFF81C6-FE00-6EEC-A235-55FE8DE84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57671" y="1786450"/>
              <a:ext cx="135707" cy="1357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554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54CD4B1-91E7-BE07-B4EB-93FB62449483}"/>
              </a:ext>
            </a:extLst>
          </p:cNvPr>
          <p:cNvSpPr/>
          <p:nvPr/>
        </p:nvSpPr>
        <p:spPr>
          <a:xfrm>
            <a:off x="2058460" y="615418"/>
            <a:ext cx="773527" cy="15279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2B76D9-F915-67AB-E15A-AAE996F8D1AE}"/>
              </a:ext>
            </a:extLst>
          </p:cNvPr>
          <p:cNvSpPr/>
          <p:nvPr/>
        </p:nvSpPr>
        <p:spPr>
          <a:xfrm>
            <a:off x="604227" y="615418"/>
            <a:ext cx="773527" cy="15279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F37CDFF-946D-7779-F371-86C958160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752137"/>
              </p:ext>
            </p:extLst>
          </p:nvPr>
        </p:nvGraphicFramePr>
        <p:xfrm>
          <a:off x="707466" y="672988"/>
          <a:ext cx="565890" cy="6392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630">
                  <a:extLst>
                    <a:ext uri="{9D8B030D-6E8A-4147-A177-3AD203B41FA5}">
                      <a16:colId xmlns:a16="http://schemas.microsoft.com/office/drawing/2014/main" val="3149927160"/>
                    </a:ext>
                  </a:extLst>
                </a:gridCol>
                <a:gridCol w="188630">
                  <a:extLst>
                    <a:ext uri="{9D8B030D-6E8A-4147-A177-3AD203B41FA5}">
                      <a16:colId xmlns:a16="http://schemas.microsoft.com/office/drawing/2014/main" val="485957321"/>
                    </a:ext>
                  </a:extLst>
                </a:gridCol>
                <a:gridCol w="188630">
                  <a:extLst>
                    <a:ext uri="{9D8B030D-6E8A-4147-A177-3AD203B41FA5}">
                      <a16:colId xmlns:a16="http://schemas.microsoft.com/office/drawing/2014/main" val="1088895525"/>
                    </a:ext>
                  </a:extLst>
                </a:gridCol>
              </a:tblGrid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FBN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LBN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PBN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1147990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892393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2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2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2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0422606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3920889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049153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C644DA0-5D72-25FB-8815-E15842FE1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692043"/>
              </p:ext>
            </p:extLst>
          </p:nvPr>
        </p:nvGraphicFramePr>
        <p:xfrm>
          <a:off x="707466" y="1436614"/>
          <a:ext cx="565890" cy="6392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630">
                  <a:extLst>
                    <a:ext uri="{9D8B030D-6E8A-4147-A177-3AD203B41FA5}">
                      <a16:colId xmlns:a16="http://schemas.microsoft.com/office/drawing/2014/main" val="3149927160"/>
                    </a:ext>
                  </a:extLst>
                </a:gridCol>
                <a:gridCol w="188630">
                  <a:extLst>
                    <a:ext uri="{9D8B030D-6E8A-4147-A177-3AD203B41FA5}">
                      <a16:colId xmlns:a16="http://schemas.microsoft.com/office/drawing/2014/main" val="485957321"/>
                    </a:ext>
                  </a:extLst>
                </a:gridCol>
                <a:gridCol w="188630">
                  <a:extLst>
                    <a:ext uri="{9D8B030D-6E8A-4147-A177-3AD203B41FA5}">
                      <a16:colId xmlns:a16="http://schemas.microsoft.com/office/drawing/2014/main" val="1088895525"/>
                    </a:ext>
                  </a:extLst>
                </a:gridCol>
              </a:tblGrid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FBN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LBN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PBN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1147990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1+N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1+N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892393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2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2+N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2+N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0422606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3920889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2N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2N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049153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3898CC7-1B32-0549-7001-5272E2E563FC}"/>
              </a:ext>
            </a:extLst>
          </p:cNvPr>
          <p:cNvSpPr txBox="1"/>
          <p:nvPr/>
        </p:nvSpPr>
        <p:spPr>
          <a:xfrm>
            <a:off x="106413" y="869499"/>
            <a:ext cx="4798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File 1</a:t>
            </a:r>
          </a:p>
          <a:p>
            <a:pPr algn="ctr"/>
            <a:r>
              <a:rPr lang="en-US" altLang="zh-CN" sz="800" dirty="0"/>
              <a:t>Mapping</a:t>
            </a:r>
            <a:endParaRPr lang="zh-CN" altLang="en-US" sz="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5378C4-0AD4-CB99-89CD-40302B0C1EE4}"/>
              </a:ext>
            </a:extLst>
          </p:cNvPr>
          <p:cNvSpPr txBox="1"/>
          <p:nvPr/>
        </p:nvSpPr>
        <p:spPr>
          <a:xfrm>
            <a:off x="152516" y="1693556"/>
            <a:ext cx="38763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File 2</a:t>
            </a:r>
          </a:p>
          <a:p>
            <a:pPr algn="ctr"/>
            <a:r>
              <a:rPr lang="en-US" altLang="zh-CN" sz="800" dirty="0"/>
              <a:t>Mapping</a:t>
            </a:r>
            <a:endParaRPr lang="zh-CN" altLang="en-US" sz="800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860CA6D-DBB1-65BF-09EE-2C9B61C3F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540691"/>
              </p:ext>
            </p:extLst>
          </p:nvPr>
        </p:nvGraphicFramePr>
        <p:xfrm>
          <a:off x="2161724" y="672988"/>
          <a:ext cx="567000" cy="14063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000">
                  <a:extLst>
                    <a:ext uri="{9D8B030D-6E8A-4147-A177-3AD203B41FA5}">
                      <a16:colId xmlns:a16="http://schemas.microsoft.com/office/drawing/2014/main" val="3039112690"/>
                    </a:ext>
                  </a:extLst>
                </a:gridCol>
                <a:gridCol w="189000">
                  <a:extLst>
                    <a:ext uri="{9D8B030D-6E8A-4147-A177-3AD203B41FA5}">
                      <a16:colId xmlns:a16="http://schemas.microsoft.com/office/drawing/2014/main" val="3149927160"/>
                    </a:ext>
                  </a:extLst>
                </a:gridCol>
                <a:gridCol w="189000">
                  <a:extLst>
                    <a:ext uri="{9D8B030D-6E8A-4147-A177-3AD203B41FA5}">
                      <a16:colId xmlns:a16="http://schemas.microsoft.com/office/drawing/2014/main" val="485957321"/>
                    </a:ext>
                  </a:extLst>
                </a:gridCol>
              </a:tblGrid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LBN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FP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PBN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1147990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FP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892393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2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FP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0422606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3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FP</a:t>
                      </a:r>
                      <a:r>
                        <a:rPr lang="en-US" altLang="zh-CN" sz="400" dirty="0"/>
                        <a:t>2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2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3920889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4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FP</a:t>
                      </a:r>
                      <a:r>
                        <a:rPr lang="en-US" altLang="zh-CN" sz="400" dirty="0"/>
                        <a:t>2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2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0491536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5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FP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365618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6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FP</a:t>
                      </a:r>
                      <a:r>
                        <a:rPr lang="en-US" altLang="zh-CN" sz="400" dirty="0"/>
                        <a:t>3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3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628471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7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FP</a:t>
                      </a:r>
                      <a:r>
                        <a:rPr lang="en-US" altLang="zh-CN" sz="400" dirty="0"/>
                        <a:t>4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4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5135298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8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FP</a:t>
                      </a:r>
                      <a:r>
                        <a:rPr lang="en-US" altLang="zh-CN" sz="400" dirty="0"/>
                        <a:t>3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3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4090386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7470805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2N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FP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7652621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4E3B92ED-352B-BA10-741C-304EA7F6193A}"/>
              </a:ext>
            </a:extLst>
          </p:cNvPr>
          <p:cNvSpPr txBox="1"/>
          <p:nvPr/>
        </p:nvSpPr>
        <p:spPr>
          <a:xfrm>
            <a:off x="604227" y="340412"/>
            <a:ext cx="7735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File System</a:t>
            </a:r>
          </a:p>
          <a:p>
            <a:pPr algn="ctr"/>
            <a:r>
              <a:rPr lang="en-US" altLang="zh-CN" sz="800" dirty="0"/>
              <a:t>(FBN</a:t>
            </a:r>
            <a:r>
              <a:rPr lang="zh-CN" altLang="en-US" sz="800" dirty="0"/>
              <a:t>→</a:t>
            </a:r>
            <a:r>
              <a:rPr lang="en-US" altLang="zh-CN" sz="800" dirty="0"/>
              <a:t>LBN</a:t>
            </a:r>
            <a:r>
              <a:rPr lang="zh-CN" altLang="en-US" sz="800" dirty="0"/>
              <a:t>→</a:t>
            </a:r>
            <a:r>
              <a:rPr lang="en-US" altLang="zh-CN" sz="800" dirty="0"/>
              <a:t>PBN)</a:t>
            </a:r>
            <a:endParaRPr lang="zh-CN" altLang="en-US" sz="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0D525A-0760-54E1-1399-42D158BC38D4}"/>
              </a:ext>
            </a:extLst>
          </p:cNvPr>
          <p:cNvSpPr txBox="1"/>
          <p:nvPr/>
        </p:nvSpPr>
        <p:spPr>
          <a:xfrm>
            <a:off x="1937018" y="339429"/>
            <a:ext cx="101640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Deduplication Mapping</a:t>
            </a:r>
          </a:p>
          <a:p>
            <a:pPr algn="ctr"/>
            <a:r>
              <a:rPr lang="en-US" altLang="zh-CN" sz="800" dirty="0"/>
              <a:t>(LBN</a:t>
            </a:r>
            <a:r>
              <a:rPr lang="zh-CN" altLang="en-US" sz="800" dirty="0"/>
              <a:t>→</a:t>
            </a:r>
            <a:r>
              <a:rPr lang="en-US" altLang="zh-CN" sz="800" dirty="0"/>
              <a:t>FP</a:t>
            </a:r>
            <a:r>
              <a:rPr lang="zh-CN" altLang="en-US" sz="800" dirty="0"/>
              <a:t>→</a:t>
            </a:r>
            <a:r>
              <a:rPr lang="en-US" altLang="zh-CN" sz="800" dirty="0"/>
              <a:t>PBN)</a:t>
            </a:r>
            <a:endParaRPr lang="zh-CN" altLang="en-US" sz="8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AFAD36-8B8E-9164-844B-CAE853E9EB48}"/>
              </a:ext>
            </a:extLst>
          </p:cNvPr>
          <p:cNvSpPr/>
          <p:nvPr/>
        </p:nvSpPr>
        <p:spPr>
          <a:xfrm>
            <a:off x="673192" y="781685"/>
            <a:ext cx="632460" cy="161925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CDCE27-54F2-C023-0582-2B0B439384FF}"/>
              </a:ext>
            </a:extLst>
          </p:cNvPr>
          <p:cNvSpPr/>
          <p:nvPr/>
        </p:nvSpPr>
        <p:spPr>
          <a:xfrm>
            <a:off x="2128992" y="781685"/>
            <a:ext cx="632460" cy="161925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D921EB-EF50-15BD-C79B-7A3E00146A63}"/>
              </a:ext>
            </a:extLst>
          </p:cNvPr>
          <p:cNvSpPr/>
          <p:nvPr/>
        </p:nvSpPr>
        <p:spPr>
          <a:xfrm>
            <a:off x="673192" y="1926797"/>
            <a:ext cx="632460" cy="161925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41BF04-7117-1418-2DC5-3D7F5149BE40}"/>
              </a:ext>
            </a:extLst>
          </p:cNvPr>
          <p:cNvSpPr/>
          <p:nvPr/>
        </p:nvSpPr>
        <p:spPr>
          <a:xfrm>
            <a:off x="2128992" y="1926797"/>
            <a:ext cx="632460" cy="161925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13ABAC16-9786-8599-0A0B-59C5CDD11C5B}"/>
              </a:ext>
            </a:extLst>
          </p:cNvPr>
          <p:cNvSpPr/>
          <p:nvPr/>
        </p:nvSpPr>
        <p:spPr>
          <a:xfrm>
            <a:off x="1472736" y="811158"/>
            <a:ext cx="481326" cy="123111"/>
          </a:xfrm>
          <a:prstGeom prst="leftRightArrow">
            <a:avLst/>
          </a:prstGeom>
          <a:solidFill>
            <a:srgbClr val="C00000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F48B224C-AD51-7D5E-437A-04BA6E2C25D1}"/>
              </a:ext>
            </a:extLst>
          </p:cNvPr>
          <p:cNvSpPr/>
          <p:nvPr/>
        </p:nvSpPr>
        <p:spPr>
          <a:xfrm>
            <a:off x="1472736" y="1942704"/>
            <a:ext cx="481326" cy="123111"/>
          </a:xfrm>
          <a:prstGeom prst="leftRightArrow">
            <a:avLst/>
          </a:prstGeom>
          <a:solidFill>
            <a:srgbClr val="C00000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5E762A-3A6C-F750-E56D-C3DAED740D74}"/>
              </a:ext>
            </a:extLst>
          </p:cNvPr>
          <p:cNvSpPr txBox="1"/>
          <p:nvPr/>
        </p:nvSpPr>
        <p:spPr>
          <a:xfrm>
            <a:off x="1423525" y="1123750"/>
            <a:ext cx="589163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i="1" dirty="0">
                <a:solidFill>
                  <a:srgbClr val="C00000"/>
                </a:solidFill>
              </a:rPr>
              <a:t>Separately Maintained</a:t>
            </a:r>
          </a:p>
          <a:p>
            <a:pPr algn="ctr"/>
            <a:r>
              <a:rPr lang="en-US" altLang="zh-CN" sz="800" i="1" dirty="0">
                <a:solidFill>
                  <a:srgbClr val="C00000"/>
                </a:solidFill>
              </a:rPr>
              <a:t>(Double Expensive Metadata I/O)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FAC1BB-4629-5555-7D9D-8CEC54CB02C4}"/>
              </a:ext>
            </a:extLst>
          </p:cNvPr>
          <p:cNvSpPr/>
          <p:nvPr/>
        </p:nvSpPr>
        <p:spPr>
          <a:xfrm>
            <a:off x="3758829" y="615418"/>
            <a:ext cx="929640" cy="15279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D04658A4-0AFE-2EF3-733E-40C272FF3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999593"/>
              </p:ext>
            </p:extLst>
          </p:nvPr>
        </p:nvGraphicFramePr>
        <p:xfrm>
          <a:off x="3857856" y="672988"/>
          <a:ext cx="756000" cy="6392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000">
                  <a:extLst>
                    <a:ext uri="{9D8B030D-6E8A-4147-A177-3AD203B41FA5}">
                      <a16:colId xmlns:a16="http://schemas.microsoft.com/office/drawing/2014/main" val="3149927160"/>
                    </a:ext>
                  </a:extLst>
                </a:gridCol>
                <a:gridCol w="189000">
                  <a:extLst>
                    <a:ext uri="{9D8B030D-6E8A-4147-A177-3AD203B41FA5}">
                      <a16:colId xmlns:a16="http://schemas.microsoft.com/office/drawing/2014/main" val="485957321"/>
                    </a:ext>
                  </a:extLst>
                </a:gridCol>
                <a:gridCol w="189000">
                  <a:extLst>
                    <a:ext uri="{9D8B030D-6E8A-4147-A177-3AD203B41FA5}">
                      <a16:colId xmlns:a16="http://schemas.microsoft.com/office/drawing/2014/main" val="1088895525"/>
                    </a:ext>
                  </a:extLst>
                </a:gridCol>
                <a:gridCol w="189000">
                  <a:extLst>
                    <a:ext uri="{9D8B030D-6E8A-4147-A177-3AD203B41FA5}">
                      <a16:colId xmlns:a16="http://schemas.microsoft.com/office/drawing/2014/main" val="4058085522"/>
                    </a:ext>
                  </a:extLst>
                </a:gridCol>
              </a:tblGrid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FBN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LBN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rgbClr val="C00000"/>
                          </a:solidFill>
                        </a:rPr>
                        <a:t>FP</a:t>
                      </a:r>
                      <a:endParaRPr lang="zh-CN" altLang="en-US" sz="8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PBN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1147990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C00000"/>
                          </a:solidFill>
                        </a:rPr>
                        <a:t>FP</a:t>
                      </a:r>
                      <a:r>
                        <a:rPr lang="en-US" altLang="zh-CN" sz="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8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892393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2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2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C00000"/>
                          </a:solidFill>
                        </a:rPr>
                        <a:t>FP</a:t>
                      </a:r>
                      <a:r>
                        <a:rPr lang="en-US" altLang="zh-CN" sz="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8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0422606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C00000"/>
                          </a:solidFill>
                        </a:rPr>
                        <a:t>…</a:t>
                      </a:r>
                      <a:endParaRPr lang="zh-CN" altLang="en-US" sz="8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3920889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C00000"/>
                          </a:solidFill>
                        </a:rPr>
                        <a:t>FP</a:t>
                      </a:r>
                      <a:r>
                        <a:rPr lang="en-US" altLang="zh-CN" sz="400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CN" altLang="en-US" sz="8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2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0491536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ADCF6034-4C4A-4125-690E-5E310BBBC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387906"/>
              </p:ext>
            </p:extLst>
          </p:nvPr>
        </p:nvGraphicFramePr>
        <p:xfrm>
          <a:off x="3857856" y="1436614"/>
          <a:ext cx="756000" cy="6392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000">
                  <a:extLst>
                    <a:ext uri="{9D8B030D-6E8A-4147-A177-3AD203B41FA5}">
                      <a16:colId xmlns:a16="http://schemas.microsoft.com/office/drawing/2014/main" val="3149927160"/>
                    </a:ext>
                  </a:extLst>
                </a:gridCol>
                <a:gridCol w="189000">
                  <a:extLst>
                    <a:ext uri="{9D8B030D-6E8A-4147-A177-3AD203B41FA5}">
                      <a16:colId xmlns:a16="http://schemas.microsoft.com/office/drawing/2014/main" val="485957321"/>
                    </a:ext>
                  </a:extLst>
                </a:gridCol>
                <a:gridCol w="189000">
                  <a:extLst>
                    <a:ext uri="{9D8B030D-6E8A-4147-A177-3AD203B41FA5}">
                      <a16:colId xmlns:a16="http://schemas.microsoft.com/office/drawing/2014/main" val="1088895525"/>
                    </a:ext>
                  </a:extLst>
                </a:gridCol>
                <a:gridCol w="189000">
                  <a:extLst>
                    <a:ext uri="{9D8B030D-6E8A-4147-A177-3AD203B41FA5}">
                      <a16:colId xmlns:a16="http://schemas.microsoft.com/office/drawing/2014/main" val="2843728568"/>
                    </a:ext>
                  </a:extLst>
                </a:gridCol>
              </a:tblGrid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FBN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LBN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rgbClr val="C00000"/>
                          </a:solidFill>
                        </a:rPr>
                        <a:t>FP</a:t>
                      </a:r>
                      <a:endParaRPr lang="zh-CN" altLang="en-US" sz="8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PBN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1147990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1+N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C00000"/>
                          </a:solidFill>
                        </a:rPr>
                        <a:t>FP</a:t>
                      </a:r>
                      <a:r>
                        <a:rPr lang="en-US" altLang="zh-CN" sz="400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CN" altLang="en-US" sz="8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3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892393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2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2+N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C00000"/>
                          </a:solidFill>
                        </a:rPr>
                        <a:t>FP</a:t>
                      </a:r>
                      <a:r>
                        <a:rPr lang="en-US" altLang="zh-CN" sz="400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CN" altLang="en-US" sz="8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3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0422606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C00000"/>
                          </a:solidFill>
                        </a:rPr>
                        <a:t>…</a:t>
                      </a:r>
                      <a:endParaRPr lang="zh-CN" altLang="en-US" sz="8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3920889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/>
                        <a:t>L</a:t>
                      </a:r>
                      <a:r>
                        <a:rPr lang="en-US" altLang="zh-CN" sz="400" dirty="0"/>
                        <a:t>2N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C00000"/>
                          </a:solidFill>
                        </a:rPr>
                        <a:t>FP</a:t>
                      </a:r>
                      <a:r>
                        <a:rPr lang="en-US" altLang="zh-CN" sz="4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800" dirty="0">
                        <a:solidFill>
                          <a:srgbClr val="C00000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P</a:t>
                      </a:r>
                      <a:r>
                        <a:rPr lang="en-US" altLang="zh-CN" sz="400" dirty="0"/>
                        <a:t>1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0491536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6D4D23AA-4D8F-847A-53FE-3689A500278F}"/>
              </a:ext>
            </a:extLst>
          </p:cNvPr>
          <p:cNvSpPr txBox="1"/>
          <p:nvPr/>
        </p:nvSpPr>
        <p:spPr>
          <a:xfrm>
            <a:off x="3237653" y="869499"/>
            <a:ext cx="4798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File 1</a:t>
            </a:r>
          </a:p>
          <a:p>
            <a:pPr algn="ctr"/>
            <a:r>
              <a:rPr lang="en-US" altLang="zh-CN" sz="800" dirty="0"/>
              <a:t>Mapping</a:t>
            </a:r>
            <a:endParaRPr lang="zh-CN" altLang="en-US" sz="8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50175E2-9CF9-4E30-653B-8C4A51F0FAB5}"/>
              </a:ext>
            </a:extLst>
          </p:cNvPr>
          <p:cNvSpPr txBox="1"/>
          <p:nvPr/>
        </p:nvSpPr>
        <p:spPr>
          <a:xfrm>
            <a:off x="3283756" y="1693556"/>
            <a:ext cx="38763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File 2</a:t>
            </a:r>
          </a:p>
          <a:p>
            <a:pPr algn="ctr"/>
            <a:r>
              <a:rPr lang="en-US" altLang="zh-CN" sz="800" dirty="0"/>
              <a:t>Mapping</a:t>
            </a:r>
            <a:endParaRPr lang="zh-CN" altLang="en-US" sz="8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B53D666-3F60-2169-DC72-3FE4039517F0}"/>
              </a:ext>
            </a:extLst>
          </p:cNvPr>
          <p:cNvSpPr txBox="1"/>
          <p:nvPr/>
        </p:nvSpPr>
        <p:spPr>
          <a:xfrm>
            <a:off x="3553686" y="334360"/>
            <a:ext cx="134433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File System for Deduplication</a:t>
            </a:r>
          </a:p>
          <a:p>
            <a:pPr algn="ctr"/>
            <a:r>
              <a:rPr lang="en-US" altLang="zh-CN" sz="800" dirty="0"/>
              <a:t>(FBN</a:t>
            </a:r>
            <a:r>
              <a:rPr lang="zh-CN" altLang="en-US" sz="800" dirty="0"/>
              <a:t>→</a:t>
            </a:r>
            <a:r>
              <a:rPr lang="en-US" altLang="zh-CN" sz="800" dirty="0"/>
              <a:t>LBN</a:t>
            </a:r>
            <a:r>
              <a:rPr lang="zh-CN" altLang="en-US" sz="800" dirty="0"/>
              <a:t>→</a:t>
            </a:r>
            <a:r>
              <a:rPr lang="en-US" altLang="zh-CN" sz="800" dirty="0">
                <a:solidFill>
                  <a:srgbClr val="C00000"/>
                </a:solidFill>
              </a:rPr>
              <a:t>FP</a:t>
            </a:r>
            <a:r>
              <a:rPr lang="zh-CN" altLang="en-US" sz="800" dirty="0"/>
              <a:t>→</a:t>
            </a:r>
            <a:r>
              <a:rPr lang="en-US" altLang="zh-CN" sz="800" dirty="0"/>
              <a:t>PBN)</a:t>
            </a:r>
            <a:endParaRPr lang="zh-CN" altLang="en-US" sz="8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B62C2BE-0712-B205-D3E8-A316BCB0F0A6}"/>
              </a:ext>
            </a:extLst>
          </p:cNvPr>
          <p:cNvSpPr/>
          <p:nvPr/>
        </p:nvSpPr>
        <p:spPr>
          <a:xfrm>
            <a:off x="3804934" y="781685"/>
            <a:ext cx="847234" cy="161925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3BB5879-A973-59C7-F5E1-2333BF008F3D}"/>
              </a:ext>
            </a:extLst>
          </p:cNvPr>
          <p:cNvSpPr/>
          <p:nvPr/>
        </p:nvSpPr>
        <p:spPr>
          <a:xfrm>
            <a:off x="3804934" y="1927269"/>
            <a:ext cx="847234" cy="161925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E497EFE-5EEB-2120-F7A9-047B5371D436}"/>
              </a:ext>
            </a:extLst>
          </p:cNvPr>
          <p:cNvSpPr/>
          <p:nvPr/>
        </p:nvSpPr>
        <p:spPr>
          <a:xfrm>
            <a:off x="5284114" y="615418"/>
            <a:ext cx="628650" cy="1527957"/>
          </a:xfrm>
          <a:prstGeom prst="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BECE848-AE42-B984-EA2D-B47CA09D5309}"/>
              </a:ext>
            </a:extLst>
          </p:cNvPr>
          <p:cNvSpPr txBox="1"/>
          <p:nvPr/>
        </p:nvSpPr>
        <p:spPr>
          <a:xfrm>
            <a:off x="5148963" y="334359"/>
            <a:ext cx="9296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Global FP Index</a:t>
            </a:r>
          </a:p>
          <a:p>
            <a:pPr algn="ctr"/>
            <a:r>
              <a:rPr lang="en-US" altLang="zh-CN" sz="800" dirty="0"/>
              <a:t>(FP</a:t>
            </a:r>
            <a:r>
              <a:rPr lang="zh-CN" altLang="en-US" sz="800" dirty="0"/>
              <a:t>→</a:t>
            </a:r>
            <a:r>
              <a:rPr lang="en-US" altLang="zh-CN" sz="800" dirty="0"/>
              <a:t>PBN)</a:t>
            </a:r>
            <a:endParaRPr lang="zh-CN" altLang="en-US" sz="800" dirty="0"/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5BB7E47C-B7FD-3877-5879-EC08B7F5C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387802"/>
              </p:ext>
            </p:extLst>
          </p:nvPr>
        </p:nvGraphicFramePr>
        <p:xfrm>
          <a:off x="5414103" y="672988"/>
          <a:ext cx="378000" cy="14063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000">
                  <a:extLst>
                    <a:ext uri="{9D8B030D-6E8A-4147-A177-3AD203B41FA5}">
                      <a16:colId xmlns:a16="http://schemas.microsoft.com/office/drawing/2014/main" val="3149927160"/>
                    </a:ext>
                  </a:extLst>
                </a:gridCol>
                <a:gridCol w="189000">
                  <a:extLst>
                    <a:ext uri="{9D8B030D-6E8A-4147-A177-3AD203B41FA5}">
                      <a16:colId xmlns:a16="http://schemas.microsoft.com/office/drawing/2014/main" val="485957321"/>
                    </a:ext>
                  </a:extLst>
                </a:gridCol>
              </a:tblGrid>
              <a:tr h="1278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 dirty="0"/>
                        <a:t>FP</a:t>
                      </a:r>
                      <a:endParaRPr lang="zh-CN" altLang="en-US" sz="800" b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0" dirty="0"/>
                        <a:t>PBN</a:t>
                      </a:r>
                      <a:endParaRPr lang="zh-CN" altLang="en-US" sz="800" b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1147990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dirty="0"/>
                        <a:t>FP</a:t>
                      </a:r>
                      <a:r>
                        <a:rPr lang="en-US" altLang="zh-CN" sz="400" b="0" dirty="0"/>
                        <a:t>1</a:t>
                      </a:r>
                      <a:endParaRPr lang="zh-CN" altLang="en-US" sz="800" b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dirty="0"/>
                        <a:t>P</a:t>
                      </a:r>
                      <a:r>
                        <a:rPr lang="en-US" altLang="zh-CN" sz="400" b="0" dirty="0"/>
                        <a:t>1</a:t>
                      </a:r>
                      <a:endParaRPr lang="zh-CN" altLang="en-US" sz="800" b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892393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dirty="0"/>
                        <a:t>FP</a:t>
                      </a:r>
                      <a:r>
                        <a:rPr lang="en-US" altLang="zh-CN" sz="400" b="0" dirty="0"/>
                        <a:t>2</a:t>
                      </a:r>
                      <a:endParaRPr lang="zh-CN" altLang="en-US" sz="800" b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dirty="0"/>
                        <a:t>P</a:t>
                      </a:r>
                      <a:r>
                        <a:rPr lang="en-US" altLang="zh-CN" sz="400" b="0" dirty="0"/>
                        <a:t>2</a:t>
                      </a:r>
                      <a:endParaRPr lang="zh-CN" altLang="en-US" sz="800" b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0422606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dirty="0"/>
                        <a:t>FP</a:t>
                      </a:r>
                      <a:r>
                        <a:rPr lang="en-US" altLang="zh-CN" sz="400" b="0" dirty="0"/>
                        <a:t>3</a:t>
                      </a:r>
                      <a:endParaRPr lang="zh-CN" altLang="en-US" sz="800" b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dirty="0"/>
                        <a:t>P</a:t>
                      </a:r>
                      <a:r>
                        <a:rPr lang="en-US" altLang="zh-CN" sz="400" b="0" dirty="0"/>
                        <a:t>3</a:t>
                      </a:r>
                      <a:endParaRPr lang="zh-CN" altLang="en-US" sz="800" b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3920889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…</a:t>
                      </a: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0491536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365618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628471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5135298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4090386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7470805"/>
                  </a:ext>
                </a:extLst>
              </a:tr>
              <a:tr h="127849"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20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8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7652621"/>
                  </a:ext>
                </a:extLst>
              </a:tr>
            </a:tbl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88EF2EBB-45DF-73FE-191C-F1091950C13A}"/>
              </a:ext>
            </a:extLst>
          </p:cNvPr>
          <p:cNvSpPr/>
          <p:nvPr/>
        </p:nvSpPr>
        <p:spPr>
          <a:xfrm>
            <a:off x="5364582" y="781685"/>
            <a:ext cx="479602" cy="161925"/>
          </a:xfrm>
          <a:prstGeom prst="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B19775D-ACD2-FCA8-A782-8F614461A111}"/>
              </a:ext>
            </a:extLst>
          </p:cNvPr>
          <p:cNvSpPr txBox="1"/>
          <p:nvPr/>
        </p:nvSpPr>
        <p:spPr>
          <a:xfrm>
            <a:off x="4771128" y="1124072"/>
            <a:ext cx="447991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i="1" dirty="0">
                <a:solidFill>
                  <a:srgbClr val="C00000"/>
                </a:solidFill>
              </a:rPr>
              <a:t>Dedup File Mapping for the Optimized One I/O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7DF2D82-92AD-F501-1A1F-1FADCBAFACAF}"/>
              </a:ext>
            </a:extLst>
          </p:cNvPr>
          <p:cNvSpPr/>
          <p:nvPr/>
        </p:nvSpPr>
        <p:spPr>
          <a:xfrm>
            <a:off x="1635772" y="109420"/>
            <a:ext cx="360681" cy="123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71DCB5B-4746-0519-95F9-B0E1CCCF72F3}"/>
              </a:ext>
            </a:extLst>
          </p:cNvPr>
          <p:cNvSpPr/>
          <p:nvPr/>
        </p:nvSpPr>
        <p:spPr>
          <a:xfrm>
            <a:off x="3395879" y="109420"/>
            <a:ext cx="360681" cy="123112"/>
          </a:xfrm>
          <a:prstGeom prst="rect">
            <a:avLst/>
          </a:prstGeom>
          <a:solidFill>
            <a:schemeClr val="bg1"/>
          </a:solidFill>
          <a:ln w="63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40E7593-234C-A9A9-CA3B-A6B19633E3F0}"/>
              </a:ext>
            </a:extLst>
          </p:cNvPr>
          <p:cNvSpPr txBox="1"/>
          <p:nvPr/>
        </p:nvSpPr>
        <p:spPr>
          <a:xfrm>
            <a:off x="1996453" y="109421"/>
            <a:ext cx="101640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Core Structures in PM</a:t>
            </a:r>
            <a:endParaRPr lang="zh-CN" altLang="en-US" sz="8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7E770CF-1E19-2FC3-AB6A-C379BFC19E63}"/>
              </a:ext>
            </a:extLst>
          </p:cNvPr>
          <p:cNvSpPr txBox="1"/>
          <p:nvPr/>
        </p:nvSpPr>
        <p:spPr>
          <a:xfrm>
            <a:off x="3802966" y="109421"/>
            <a:ext cx="125704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Auxiliary Structures in DRAM</a:t>
            </a:r>
            <a:endParaRPr lang="zh-CN" altLang="en-US" sz="8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D9C0BB2-6E4B-52BD-DBB9-927EF65916D5}"/>
              </a:ext>
            </a:extLst>
          </p:cNvPr>
          <p:cNvSpPr txBox="1"/>
          <p:nvPr/>
        </p:nvSpPr>
        <p:spPr>
          <a:xfrm>
            <a:off x="604227" y="2264307"/>
            <a:ext cx="22277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(a) Deduplication for PM File System</a:t>
            </a:r>
            <a:endParaRPr lang="zh-CN" altLang="en-US" sz="8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6F6745D-0EE1-C1FF-AB32-8357A134DBC7}"/>
              </a:ext>
            </a:extLst>
          </p:cNvPr>
          <p:cNvSpPr txBox="1"/>
          <p:nvPr/>
        </p:nvSpPr>
        <p:spPr>
          <a:xfrm>
            <a:off x="3685004" y="2264307"/>
            <a:ext cx="22277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00" dirty="0"/>
              <a:t>(b) PM File System for Deduplication (Ours)</a:t>
            </a:r>
            <a:endParaRPr lang="zh-CN" altLang="en-US" sz="800" dirty="0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31CEF63-D830-7B1F-97FE-3A45F90F21ED}"/>
              </a:ext>
            </a:extLst>
          </p:cNvPr>
          <p:cNvCxnSpPr>
            <a:cxnSpLocks/>
          </p:cNvCxnSpPr>
          <p:nvPr/>
        </p:nvCxnSpPr>
        <p:spPr>
          <a:xfrm>
            <a:off x="3204369" y="615418"/>
            <a:ext cx="0" cy="152795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箭头: 左右 42">
            <a:extLst>
              <a:ext uri="{FF2B5EF4-FFF2-40B4-BE49-F238E27FC236}">
                <a16:creationId xmlns:a16="http://schemas.microsoft.com/office/drawing/2014/main" id="{EAED0EE1-F4B0-2317-5885-C654282541B3}"/>
              </a:ext>
            </a:extLst>
          </p:cNvPr>
          <p:cNvSpPr/>
          <p:nvPr/>
        </p:nvSpPr>
        <p:spPr>
          <a:xfrm>
            <a:off x="4743138" y="811158"/>
            <a:ext cx="481326" cy="123111"/>
          </a:xfrm>
          <a:prstGeom prst="leftRightArrow">
            <a:avLst/>
          </a:prstGeom>
          <a:solidFill>
            <a:srgbClr val="C00000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zh-CN" altLang="en-US" sz="70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158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786</TotalTime>
  <Words>1135</Words>
  <Application>Microsoft Office PowerPoint</Application>
  <PresentationFormat>自定义</PresentationFormat>
  <Paragraphs>514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Wade Wilson</dc:creator>
  <cp:lastModifiedBy>Wilson Wade</cp:lastModifiedBy>
  <cp:revision>659</cp:revision>
  <dcterms:created xsi:type="dcterms:W3CDTF">2022-10-13T13:43:45Z</dcterms:created>
  <dcterms:modified xsi:type="dcterms:W3CDTF">2024-09-15T10:11:11Z</dcterms:modified>
</cp:coreProperties>
</file>